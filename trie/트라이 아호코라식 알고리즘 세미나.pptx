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6" r:id="rId24"/>
    <p:sldId id="278" r:id="rId25"/>
    <p:sldId id="283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5" r:id="rId36"/>
    <p:sldId id="294" r:id="rId37"/>
    <p:sldId id="296" r:id="rId38"/>
    <p:sldId id="297" r:id="rId39"/>
    <p:sldId id="298" r:id="rId40"/>
    <p:sldId id="299" r:id="rId41"/>
    <p:sldId id="301" r:id="rId42"/>
    <p:sldId id="302" r:id="rId43"/>
    <p:sldId id="304" r:id="rId44"/>
    <p:sldId id="303" r:id="rId45"/>
    <p:sldId id="305" r:id="rId46"/>
    <p:sldId id="306" r:id="rId47"/>
    <p:sldId id="308" r:id="rId48"/>
    <p:sldId id="309" r:id="rId49"/>
    <p:sldId id="310" r:id="rId50"/>
    <p:sldId id="312" r:id="rId51"/>
    <p:sldId id="311" r:id="rId52"/>
    <p:sldId id="313" r:id="rId53"/>
    <p:sldId id="314" r:id="rId54"/>
    <p:sldId id="315" r:id="rId55"/>
    <p:sldId id="318" r:id="rId56"/>
    <p:sldId id="319" r:id="rId57"/>
    <p:sldId id="316" r:id="rId58"/>
    <p:sldId id="317" r:id="rId59"/>
    <p:sldId id="321" r:id="rId60"/>
    <p:sldId id="320" r:id="rId61"/>
    <p:sldId id="322" r:id="rId62"/>
    <p:sldId id="334" r:id="rId63"/>
    <p:sldId id="323" r:id="rId64"/>
    <p:sldId id="324" r:id="rId65"/>
    <p:sldId id="325" r:id="rId66"/>
    <p:sldId id="326" r:id="rId67"/>
    <p:sldId id="333" r:id="rId68"/>
    <p:sldId id="327" r:id="rId69"/>
    <p:sldId id="328" r:id="rId70"/>
    <p:sldId id="329" r:id="rId71"/>
    <p:sldId id="330" r:id="rId72"/>
    <p:sldId id="335" r:id="rId73"/>
    <p:sldId id="332" r:id="rId74"/>
    <p:sldId id="336" r:id="rId75"/>
    <p:sldId id="337" r:id="rId76"/>
    <p:sldId id="338" r:id="rId77"/>
    <p:sldId id="339" r:id="rId78"/>
    <p:sldId id="342" r:id="rId79"/>
    <p:sldId id="343" r:id="rId80"/>
    <p:sldId id="340" r:id="rId81"/>
    <p:sldId id="344" r:id="rId82"/>
    <p:sldId id="345" r:id="rId83"/>
    <p:sldId id="346" r:id="rId84"/>
    <p:sldId id="347" r:id="rId85"/>
    <p:sldId id="348" r:id="rId86"/>
    <p:sldId id="349" r:id="rId87"/>
    <p:sldId id="341" r:id="rId88"/>
    <p:sldId id="350" r:id="rId89"/>
    <p:sldId id="351" r:id="rId90"/>
    <p:sldId id="352" r:id="rId9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E3E7-A3D7-4BE0-A218-984AB903624E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19CE7-BDAF-4926-A3AC-10AE1B9B53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499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19CE7-BDAF-4926-A3AC-10AE1B9B536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028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9325C-F241-F1DF-5559-6D5D5BC4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CF6049-2153-304B-A9EA-FB05BDC33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85AD48-0B68-F4EF-73CA-ED5E95FE5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86F1F-348E-6907-C6E9-1EDD31E5A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19CE7-BDAF-4926-A3AC-10AE1B9B536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10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CF04C-11F7-D281-1812-102B2D23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4A1376-9CA6-7631-AD73-897E772BF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BB0E68-925F-1418-35BD-F5FA5B7D7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56B5E-2D71-FF44-A1F5-DC24438C4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19CE7-BDAF-4926-A3AC-10AE1B9B536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427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2DF9-66E1-EB38-2AA0-F422F3F5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E93D0-B2E1-F68B-24C5-F811A7485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B0D0C-D71A-F3B0-DB85-B61760221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154C64-1B8B-C3AB-FB65-58F0FC6ED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19CE7-BDAF-4926-A3AC-10AE1B9B536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342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93612-4A33-A183-F069-D76B58BE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CA0530-917D-82E6-E899-AF27E7156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8BA016-F05B-4F49-7583-4E955B5F7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F712E-25F4-CCC4-CC7A-EBE11505B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19CE7-BDAF-4926-A3AC-10AE1B9B536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59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CF71-C4B9-5EF7-F881-9F967B359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C5C42A-1874-58A0-36F7-55C812587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B97D0-1B6F-31EF-2BDF-715C40F0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03DDB-0215-B67F-4194-1B22D43B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3718D-2F71-E194-AEF7-E884B553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37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B513B-A918-83F9-7286-A50AA27D2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13C35-8186-A419-667D-AB75B8BA3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157CA-6031-65D1-5FBF-2660C5DE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2C851-E385-FD07-2675-1BE09444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F43B0C-7E52-C17E-02A4-96B37D7D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64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5851F-A95B-1F84-8B60-8AB74DE1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19CBB8-B68D-A949-BA37-504BBB97C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C74D6E-504B-B9B4-E7FC-9BED387B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B94AF3-883E-7D47-ED63-5E5409FB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64035-A394-5D98-E32E-3B5DE91C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144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58E51-CDFF-46A8-6030-D16C83DD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86E2A-45B7-A73F-7368-E15E4CB8C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5384E-E14C-D777-A883-B8E8D3D97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FAE0E8-D1B9-0933-9275-54A25823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C44AD9-C4DD-CBDB-38FC-072E2979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8706EB-DEA0-29E3-6477-8E028DAC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835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963F7-A9AB-5B24-5406-41F52BF3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4EEE55-382A-2DB0-BB3D-902DC5B4F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1A04B3-398D-D96C-7D19-D435623F1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4AA992-74A3-C055-3F1F-673EFD18A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0F2803-E2B3-1804-783B-55B635A6C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CBDE37-1AFC-B53B-863D-AF1329E6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47CF39-A3B4-9C48-6C45-4D715116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36200F-671B-4F86-328B-B504142A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68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25C62-A494-11B4-796E-F4E4B5CF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553E40-E044-FAAD-E9FA-153B0AB9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B021AD-FBBE-7649-B8E0-BC3474D6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7A2E0A-9065-139A-FF0C-B6F7F931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21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97F925-A7DB-1F05-92D3-FCD1D2BC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87AB1C-A470-8A6F-A0FB-D9C1ED12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F4FBA4-40E0-BA8B-AEC0-3F0B598E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580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A4641-DAEF-E381-D249-C6D717F0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7D8E7-2BCF-E5E2-4D2B-A19942E0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F0BD28-C361-01ED-D3CD-3D632FC58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26A580-C97D-6AB8-9AB0-2F1A2E60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5589CD-10AB-E30E-CC9B-7F77EF90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8870EC-86AF-E0E0-A527-280D642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99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9931C-D9BC-74CC-ED55-822314E1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F29842-5130-D763-89CA-EE7C367AD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4410B1-F430-3DF5-7255-984E20DFA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4C504F-A04A-0620-7487-FF1DA42A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625613-3E02-3B3D-64F0-C318118F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47D797-B0F5-955A-1FC6-9EDFD52C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16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519EE-79C8-4085-743C-6EE45D7F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F0E6ED-ADDC-ED94-EE1A-45AD8AF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958B5-368E-666B-64FF-457FCD69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8C9D8-4C92-B7BA-3051-ED7898BE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C0391-FAC4-4772-E462-B09BF34F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7852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F798AA-5D00-08A7-132F-510E93FEE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CE4124-2E8B-D38E-DB66-905BCAB0E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3A5C77-438B-C01C-1DA9-624975F5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451FD-F199-355A-EB81-20641BC4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91F05C-EF8B-30F1-02C6-0713E0ED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246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C83222-BD04-4CB6-3A29-FAD496AB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A32BC-E797-920A-E64B-4FD5A7028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46621A-9AF3-FD1E-3818-118B1D794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BA812-4BC5-4DE3-ACFB-F270423EC951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699AF-E4D2-5BB6-BE11-1BF0A876B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D6A446-11D0-BA57-41AE-83360E35F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3EBC7-1A66-4E45-829B-F9201BEAC5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35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ponylink.co.kr/ghwan/lgu-spamcop-cpp/-/blob/main/program/fe/kisa_sim/KisaMsgMain.cpp?ref_type=heads" TargetMode="External"/><Relationship Id="rId2" Type="http://schemas.openxmlformats.org/officeDocument/2006/relationships/hyperlink" Target="https://blog.encrypted.gg/105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E9705-ED3B-DCD5-91DD-7BBE398F0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Trie,</a:t>
            </a:r>
            <a:r>
              <a:rPr lang="ko-KR" altLang="en-US" dirty="0"/>
              <a:t> 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br>
              <a:rPr lang="en-US" altLang="ko-KR" dirty="0"/>
            </a:br>
            <a:r>
              <a:rPr lang="ko-KR" altLang="en-US" dirty="0"/>
              <a:t>알고리즘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3D3A64-26B6-C7B3-C680-0185DE181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2026.07.01.</a:t>
            </a:r>
            <a:r>
              <a:rPr lang="ko-KR" altLang="en-US" dirty="0"/>
              <a:t>수 </a:t>
            </a:r>
            <a:r>
              <a:rPr lang="en-US" altLang="ko-KR" dirty="0"/>
              <a:t>8F 10:00 ~</a:t>
            </a:r>
          </a:p>
          <a:p>
            <a:r>
              <a:rPr lang="ko-KR" altLang="en-US" dirty="0" err="1"/>
              <a:t>김정향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323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C94FF-8944-9402-7275-F42AFC3C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8BDAF1-DE14-16AD-4C9A-E1F649F9E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  <a:endParaRPr lang="en-US" altLang="ko-KR" dirty="0"/>
          </a:p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  <a:endParaRPr lang="en-US" altLang="ko-KR" dirty="0"/>
          </a:p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  <a:endParaRPr lang="en-US" altLang="ko-KR" dirty="0"/>
          </a:p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r>
              <a:rPr lang="en-US" altLang="ko-KR" dirty="0"/>
              <a:t>(</a:t>
            </a:r>
            <a:r>
              <a:rPr lang="ko-KR" altLang="en-US" dirty="0" err="1"/>
              <a:t>스팸캅</a:t>
            </a:r>
            <a:r>
              <a:rPr lang="en-US" altLang="ko-KR" dirty="0"/>
              <a:t> </a:t>
            </a:r>
            <a:r>
              <a:rPr lang="ko-KR" altLang="en-US" dirty="0"/>
              <a:t>내 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0x05 </a:t>
            </a:r>
            <a:r>
              <a:rPr lang="ko-KR" altLang="en-US" dirty="0"/>
              <a:t>시간 복잡도 정리</a:t>
            </a:r>
            <a:endParaRPr lang="en-US" altLang="ko-KR" dirty="0"/>
          </a:p>
          <a:p>
            <a:r>
              <a:rPr lang="en-US" altLang="ko-KR" dirty="0"/>
              <a:t>0x06 </a:t>
            </a:r>
            <a:r>
              <a:rPr lang="ko-KR" altLang="en-US" dirty="0"/>
              <a:t>참고 자료</a:t>
            </a:r>
          </a:p>
        </p:txBody>
      </p:sp>
    </p:spTree>
    <p:extLst>
      <p:ext uri="{BB962C8B-B14F-4D97-AF65-F5344CB8AC3E}">
        <p14:creationId xmlns:p14="http://schemas.microsoft.com/office/powerpoint/2010/main" val="254798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A7D98-19FB-C837-ACD0-F6CD7BB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44A9D-7A96-FEDC-3C98-A8EEF3B6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</a:t>
            </a:r>
            <a:r>
              <a:rPr lang="en-US" altLang="ko-KR" dirty="0"/>
              <a:t>: </a:t>
            </a:r>
            <a:r>
              <a:rPr lang="ko-KR" altLang="en-US" dirty="0"/>
              <a:t>문자열을 효율적으로 처리하기 위한 트리 자료구조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91618A4-9423-2BAB-8CFE-32D34632906E}"/>
              </a:ext>
            </a:extLst>
          </p:cNvPr>
          <p:cNvSpPr/>
          <p:nvPr/>
        </p:nvSpPr>
        <p:spPr>
          <a:xfrm>
            <a:off x="3934696" y="222033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3A25233-A01E-209C-E0B1-07B7B32DB683}"/>
              </a:ext>
            </a:extLst>
          </p:cNvPr>
          <p:cNvSpPr/>
          <p:nvPr/>
        </p:nvSpPr>
        <p:spPr>
          <a:xfrm>
            <a:off x="871687" y="29556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4A27854-51B8-4366-D896-9CCF748E41E1}"/>
              </a:ext>
            </a:extLst>
          </p:cNvPr>
          <p:cNvSpPr/>
          <p:nvPr/>
        </p:nvSpPr>
        <p:spPr>
          <a:xfrm>
            <a:off x="3934696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8940BE4-1B6F-F0DC-BECB-DFA32D44DD72}"/>
              </a:ext>
            </a:extLst>
          </p:cNvPr>
          <p:cNvSpPr/>
          <p:nvPr/>
        </p:nvSpPr>
        <p:spPr>
          <a:xfrm>
            <a:off x="6997705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F44E963-8DC9-8D89-2E1B-08F7D959E6A1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171869" y="2520521"/>
            <a:ext cx="2762827" cy="43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3CBF34-5DF9-5F19-074B-B29846DC2BE8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234878" y="2820702"/>
            <a:ext cx="0" cy="134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CDDB6FD-540E-BAA2-791A-D278EB134E5E}"/>
              </a:ext>
            </a:extLst>
          </p:cNvPr>
          <p:cNvCxnSpPr>
            <a:stCxn id="4" idx="6"/>
            <a:endCxn id="10" idx="0"/>
          </p:cNvCxnSpPr>
          <p:nvPr/>
        </p:nvCxnSpPr>
        <p:spPr>
          <a:xfrm>
            <a:off x="4535059" y="2520521"/>
            <a:ext cx="2762828" cy="435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ACD9CBC7-3611-C02F-9C38-86B92E5DBB71}"/>
              </a:ext>
            </a:extLst>
          </p:cNvPr>
          <p:cNvSpPr/>
          <p:nvPr/>
        </p:nvSpPr>
        <p:spPr>
          <a:xfrm>
            <a:off x="867068" y="365297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F41341B-4F94-E021-FD80-AB81ADA32232}"/>
              </a:ext>
            </a:extLst>
          </p:cNvPr>
          <p:cNvSpPr/>
          <p:nvPr/>
        </p:nvSpPr>
        <p:spPr>
          <a:xfrm>
            <a:off x="867070" y="436879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4FA0803-1AD0-F3C1-441B-927D2398BCBF}"/>
              </a:ext>
            </a:extLst>
          </p:cNvPr>
          <p:cNvSpPr/>
          <p:nvPr/>
        </p:nvSpPr>
        <p:spPr>
          <a:xfrm>
            <a:off x="862451" y="506613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068183E-F552-991B-7966-5F7222D4FF92}"/>
              </a:ext>
            </a:extLst>
          </p:cNvPr>
          <p:cNvSpPr/>
          <p:nvPr/>
        </p:nvSpPr>
        <p:spPr>
          <a:xfrm>
            <a:off x="368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7220004-AE6F-88C0-D670-BC796DFA92CD}"/>
              </a:ext>
            </a:extLst>
          </p:cNvPr>
          <p:cNvSpPr/>
          <p:nvPr/>
        </p:nvSpPr>
        <p:spPr>
          <a:xfrm>
            <a:off x="1384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8C03866-A9D6-A3DB-4BB1-687B40F26421}"/>
              </a:ext>
            </a:extLst>
          </p:cNvPr>
          <p:cNvSpPr/>
          <p:nvPr/>
        </p:nvSpPr>
        <p:spPr>
          <a:xfrm>
            <a:off x="3221478" y="3473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942FAB8-A6A8-6BB0-4389-53964DA61091}"/>
              </a:ext>
            </a:extLst>
          </p:cNvPr>
          <p:cNvSpPr/>
          <p:nvPr/>
        </p:nvSpPr>
        <p:spPr>
          <a:xfrm>
            <a:off x="3216859" y="417124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34CDC9AA-1CD2-0A46-7F3E-F5FFFB9C6E64}"/>
              </a:ext>
            </a:extLst>
          </p:cNvPr>
          <p:cNvSpPr/>
          <p:nvPr/>
        </p:nvSpPr>
        <p:spPr>
          <a:xfrm>
            <a:off x="3216859" y="48268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D43AB4C-1F91-A0D2-2CB3-CB787EBA78BA}"/>
              </a:ext>
            </a:extLst>
          </p:cNvPr>
          <p:cNvSpPr/>
          <p:nvPr/>
        </p:nvSpPr>
        <p:spPr>
          <a:xfrm>
            <a:off x="3216859" y="552414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77C094F-05BC-E520-5C2A-B062F13C4AD1}"/>
              </a:ext>
            </a:extLst>
          </p:cNvPr>
          <p:cNvSpPr/>
          <p:nvPr/>
        </p:nvSpPr>
        <p:spPr>
          <a:xfrm>
            <a:off x="3216859" y="621024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23A1AEB-739B-D530-D58A-6584A781F122}"/>
              </a:ext>
            </a:extLst>
          </p:cNvPr>
          <p:cNvCxnSpPr>
            <a:stCxn id="6" idx="4"/>
            <a:endCxn id="22" idx="0"/>
          </p:cNvCxnSpPr>
          <p:nvPr/>
        </p:nvCxnSpPr>
        <p:spPr>
          <a:xfrm flipH="1">
            <a:off x="1167250" y="3556001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9CD3B33-C643-7863-4502-3A0DC1EAB4FF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167250" y="4253342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6DC7AF7-8EA0-D470-C20D-54EE261FF726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 flipH="1">
            <a:off x="1162633" y="496915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238AE40-998F-FE73-C80F-DA7A9F95BBAE}"/>
              </a:ext>
            </a:extLst>
          </p:cNvPr>
          <p:cNvSpPr/>
          <p:nvPr/>
        </p:nvSpPr>
        <p:spPr>
          <a:xfrm>
            <a:off x="6108132" y="440572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399F075-1E9B-38F4-7C77-01B279875DA7}"/>
              </a:ext>
            </a:extLst>
          </p:cNvPr>
          <p:cNvSpPr/>
          <p:nvPr/>
        </p:nvSpPr>
        <p:spPr>
          <a:xfrm>
            <a:off x="6999440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A5C1345-F241-7495-2AA8-6AFDDB5886A1}"/>
              </a:ext>
            </a:extLst>
          </p:cNvPr>
          <p:cNvSpPr/>
          <p:nvPr/>
        </p:nvSpPr>
        <p:spPr>
          <a:xfrm>
            <a:off x="7986575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DB8CAFB-2800-8036-989A-77986DEB36A7}"/>
              </a:ext>
            </a:extLst>
          </p:cNvPr>
          <p:cNvSpPr/>
          <p:nvPr/>
        </p:nvSpPr>
        <p:spPr>
          <a:xfrm>
            <a:off x="6998285" y="51383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E4D35E14-B74F-A337-A8B5-453ABCB92C89}"/>
              </a:ext>
            </a:extLst>
          </p:cNvPr>
          <p:cNvSpPr/>
          <p:nvPr/>
        </p:nvSpPr>
        <p:spPr>
          <a:xfrm>
            <a:off x="7985422" y="514320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661BE04A-3CE0-D55F-952A-F7DFB249511D}"/>
              </a:ext>
            </a:extLst>
          </p:cNvPr>
          <p:cNvSpPr/>
          <p:nvPr/>
        </p:nvSpPr>
        <p:spPr>
          <a:xfrm>
            <a:off x="6997705" y="36102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3B36A83-0E72-75D0-AB38-39E93A97AE1F}"/>
              </a:ext>
            </a:extLst>
          </p:cNvPr>
          <p:cNvCxnSpPr>
            <a:stCxn id="10" idx="4"/>
            <a:endCxn id="76" idx="0"/>
          </p:cNvCxnSpPr>
          <p:nvPr/>
        </p:nvCxnSpPr>
        <p:spPr>
          <a:xfrm>
            <a:off x="7297887" y="3556002"/>
            <a:ext cx="0" cy="54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99484547-8AC5-96EC-CD93-343A1BE5B830}"/>
              </a:ext>
            </a:extLst>
          </p:cNvPr>
          <p:cNvCxnSpPr>
            <a:cxnSpLocks/>
            <a:stCxn id="76" idx="4"/>
            <a:endCxn id="68" idx="0"/>
          </p:cNvCxnSpPr>
          <p:nvPr/>
        </p:nvCxnSpPr>
        <p:spPr>
          <a:xfrm>
            <a:off x="7297887" y="4210568"/>
            <a:ext cx="1735" cy="175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2025512E-6F7C-54B0-92AC-8936121F077F}"/>
              </a:ext>
            </a:extLst>
          </p:cNvPr>
          <p:cNvCxnSpPr>
            <a:stCxn id="76" idx="6"/>
            <a:endCxn id="70" idx="0"/>
          </p:cNvCxnSpPr>
          <p:nvPr/>
        </p:nvCxnSpPr>
        <p:spPr>
          <a:xfrm>
            <a:off x="7598068" y="3910387"/>
            <a:ext cx="688689" cy="47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D78097F-E1D4-73C3-54B5-4990595A4F51}"/>
              </a:ext>
            </a:extLst>
          </p:cNvPr>
          <p:cNvCxnSpPr>
            <a:stCxn id="66" idx="0"/>
            <a:endCxn id="76" idx="2"/>
          </p:cNvCxnSpPr>
          <p:nvPr/>
        </p:nvCxnSpPr>
        <p:spPr>
          <a:xfrm flipV="1">
            <a:off x="6408314" y="3910387"/>
            <a:ext cx="589391" cy="495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83200B7-6073-32CC-BC38-650563517243}"/>
              </a:ext>
            </a:extLst>
          </p:cNvPr>
          <p:cNvCxnSpPr>
            <a:cxnSpLocks/>
            <a:stCxn id="68" idx="4"/>
            <a:endCxn id="72" idx="0"/>
          </p:cNvCxnSpPr>
          <p:nvPr/>
        </p:nvCxnSpPr>
        <p:spPr>
          <a:xfrm flipH="1">
            <a:off x="7298467" y="4986197"/>
            <a:ext cx="1155" cy="152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CAF64260-94FC-11A6-9AE7-46C2CA431E7C}"/>
              </a:ext>
            </a:extLst>
          </p:cNvPr>
          <p:cNvCxnSpPr>
            <a:stCxn id="70" idx="4"/>
            <a:endCxn id="74" idx="0"/>
          </p:cNvCxnSpPr>
          <p:nvPr/>
        </p:nvCxnSpPr>
        <p:spPr>
          <a:xfrm flipH="1">
            <a:off x="8285604" y="4986197"/>
            <a:ext cx="1153" cy="157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35BD472-9546-51A9-C74A-CBB384374A7E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668487" y="5578575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E943956-89A2-3ADF-1C58-8305015F3E9C}"/>
              </a:ext>
            </a:extLst>
          </p:cNvPr>
          <p:cNvCxnSpPr>
            <a:stCxn id="26" idx="5"/>
            <a:endCxn id="30" idx="0"/>
          </p:cNvCxnSpPr>
          <p:nvPr/>
        </p:nvCxnSpPr>
        <p:spPr>
          <a:xfrm>
            <a:off x="1374893" y="5578575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D52611D6-7426-635B-827D-66AF15BC2235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flipH="1">
            <a:off x="3517041" y="407426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B0CA9530-8601-17D3-38E9-7B69D62F9245}"/>
              </a:ext>
            </a:extLst>
          </p:cNvPr>
          <p:cNvCxnSpPr>
            <a:cxnSpLocks/>
            <a:stCxn id="38" idx="4"/>
            <a:endCxn id="50" idx="0"/>
          </p:cNvCxnSpPr>
          <p:nvPr/>
        </p:nvCxnSpPr>
        <p:spPr>
          <a:xfrm>
            <a:off x="3517041" y="4771606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342492C2-D0CF-B337-C6BB-652AFB595A04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>
            <a:off x="3517041" y="542716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51A68D1-EE75-D0C5-BBED-B1986FBFF712}"/>
              </a:ext>
            </a:extLst>
          </p:cNvPr>
          <p:cNvCxnSpPr>
            <a:cxnSpLocks/>
            <a:stCxn id="52" idx="4"/>
            <a:endCxn id="54" idx="0"/>
          </p:cNvCxnSpPr>
          <p:nvPr/>
        </p:nvCxnSpPr>
        <p:spPr>
          <a:xfrm>
            <a:off x="3517041" y="6124508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39C907B-5388-C288-3D64-FBD2E5F818CB}"/>
              </a:ext>
            </a:extLst>
          </p:cNvPr>
          <p:cNvCxnSpPr>
            <a:stCxn id="8" idx="2"/>
            <a:endCxn id="36" idx="0"/>
          </p:cNvCxnSpPr>
          <p:nvPr/>
        </p:nvCxnSpPr>
        <p:spPr>
          <a:xfrm flipH="1">
            <a:off x="3521660" y="3255821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4056192B-9CB7-07CF-35FB-3106879DB6EC}"/>
              </a:ext>
            </a:extLst>
          </p:cNvPr>
          <p:cNvSpPr/>
          <p:nvPr/>
        </p:nvSpPr>
        <p:spPr>
          <a:xfrm>
            <a:off x="4672448" y="34590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F5977DC9-84DA-6EFD-E745-9EF1E14F8CCA}"/>
              </a:ext>
            </a:extLst>
          </p:cNvPr>
          <p:cNvSpPr/>
          <p:nvPr/>
        </p:nvSpPr>
        <p:spPr>
          <a:xfrm>
            <a:off x="4667829" y="41563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0A5E71E-8730-8166-38F4-3A1B70513621}"/>
              </a:ext>
            </a:extLst>
          </p:cNvPr>
          <p:cNvSpPr/>
          <p:nvPr/>
        </p:nvSpPr>
        <p:spPr>
          <a:xfrm>
            <a:off x="4141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2C72775-ADB0-F7E4-7181-CA3FFDC8FE74}"/>
              </a:ext>
            </a:extLst>
          </p:cNvPr>
          <p:cNvSpPr/>
          <p:nvPr/>
        </p:nvSpPr>
        <p:spPr>
          <a:xfrm>
            <a:off x="5157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D00483B8-2B97-6662-0F52-746A86C30F16}"/>
              </a:ext>
            </a:extLst>
          </p:cNvPr>
          <p:cNvSpPr/>
          <p:nvPr/>
        </p:nvSpPr>
        <p:spPr>
          <a:xfrm>
            <a:off x="4141356" y="5551046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6E820F8B-AC8D-6A89-8443-43B7B26BA52F}"/>
              </a:ext>
            </a:extLst>
          </p:cNvPr>
          <p:cNvSpPr/>
          <p:nvPr/>
        </p:nvSpPr>
        <p:spPr>
          <a:xfrm>
            <a:off x="5157356" y="5551046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3DA6AC64-F331-3D22-B70E-0932B513653E}"/>
              </a:ext>
            </a:extLst>
          </p:cNvPr>
          <p:cNvSpPr/>
          <p:nvPr/>
        </p:nvSpPr>
        <p:spPr>
          <a:xfrm>
            <a:off x="5157356" y="623714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F6A6A69-193C-D2C0-DADB-E4F1E2228EF7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flipH="1">
            <a:off x="4968011" y="4059386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CA8382CB-99EF-F734-A58B-8F97218FCC18}"/>
              </a:ext>
            </a:extLst>
          </p:cNvPr>
          <p:cNvCxnSpPr>
            <a:stCxn id="136" idx="3"/>
            <a:endCxn id="137" idx="0"/>
          </p:cNvCxnSpPr>
          <p:nvPr/>
        </p:nvCxnSpPr>
        <p:spPr>
          <a:xfrm flipH="1">
            <a:off x="4441538" y="4668806"/>
            <a:ext cx="314212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673E2627-BD28-AC03-E88F-BBE90E10796F}"/>
              </a:ext>
            </a:extLst>
          </p:cNvPr>
          <p:cNvCxnSpPr>
            <a:stCxn id="136" idx="5"/>
            <a:endCxn id="138" idx="0"/>
          </p:cNvCxnSpPr>
          <p:nvPr/>
        </p:nvCxnSpPr>
        <p:spPr>
          <a:xfrm>
            <a:off x="5180271" y="4668806"/>
            <a:ext cx="277267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9E6FACF4-E72C-B906-14BE-0EEEEDFE4A0B}"/>
              </a:ext>
            </a:extLst>
          </p:cNvPr>
          <p:cNvCxnSpPr>
            <a:stCxn id="137" idx="4"/>
            <a:endCxn id="139" idx="0"/>
          </p:cNvCxnSpPr>
          <p:nvPr/>
        </p:nvCxnSpPr>
        <p:spPr>
          <a:xfrm>
            <a:off x="4441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8384339D-86A6-D686-CF1D-F787F4D14B9C}"/>
              </a:ext>
            </a:extLst>
          </p:cNvPr>
          <p:cNvCxnSpPr>
            <a:stCxn id="138" idx="4"/>
            <a:endCxn id="140" idx="0"/>
          </p:cNvCxnSpPr>
          <p:nvPr/>
        </p:nvCxnSpPr>
        <p:spPr>
          <a:xfrm>
            <a:off x="5457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55A41C40-4BA2-7C71-0FA3-5FFE3C921542}"/>
              </a:ext>
            </a:extLst>
          </p:cNvPr>
          <p:cNvCxnSpPr>
            <a:stCxn id="140" idx="4"/>
            <a:endCxn id="141" idx="0"/>
          </p:cNvCxnSpPr>
          <p:nvPr/>
        </p:nvCxnSpPr>
        <p:spPr>
          <a:xfrm>
            <a:off x="5457538" y="6151409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674CB111-CCCC-E89E-94A2-F7ED649A822A}"/>
              </a:ext>
            </a:extLst>
          </p:cNvPr>
          <p:cNvCxnSpPr>
            <a:stCxn id="8" idx="6"/>
            <a:endCxn id="135" idx="0"/>
          </p:cNvCxnSpPr>
          <p:nvPr/>
        </p:nvCxnSpPr>
        <p:spPr>
          <a:xfrm>
            <a:off x="4535059" y="3255821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C28AB4E2-472E-1ADE-481D-7453C6905C7B}"/>
              </a:ext>
            </a:extLst>
          </p:cNvPr>
          <p:cNvSpPr/>
          <p:nvPr/>
        </p:nvSpPr>
        <p:spPr>
          <a:xfrm>
            <a:off x="9254836" y="2520520"/>
            <a:ext cx="2324102" cy="36308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~</a:t>
            </a:r>
            <a:r>
              <a:rPr lang="ko-KR" altLang="en-US" sz="2400" dirty="0"/>
              <a:t>단어 목록</a:t>
            </a:r>
            <a:r>
              <a:rPr lang="en-US" altLang="ko-KR" dirty="0"/>
              <a:t>~</a:t>
            </a:r>
          </a:p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dirty="0"/>
              <a:t>APPLE</a:t>
            </a:r>
          </a:p>
          <a:p>
            <a:pPr algn="ctr"/>
            <a:r>
              <a:rPr lang="en-US" altLang="ko-KR" dirty="0"/>
              <a:t>APPLY</a:t>
            </a:r>
          </a:p>
          <a:p>
            <a:pPr algn="ctr"/>
            <a:r>
              <a:rPr lang="en-US" altLang="ko-KR" dirty="0"/>
              <a:t>BAN</a:t>
            </a:r>
          </a:p>
          <a:p>
            <a:pPr algn="ctr"/>
            <a:r>
              <a:rPr lang="en-US" altLang="ko-KR" dirty="0"/>
              <a:t>BANANA</a:t>
            </a:r>
          </a:p>
          <a:p>
            <a:pPr algn="ctr"/>
            <a:r>
              <a:rPr lang="en-US" altLang="ko-KR" dirty="0"/>
              <a:t>BLACK</a:t>
            </a:r>
          </a:p>
          <a:p>
            <a:pPr algn="ctr"/>
            <a:r>
              <a:rPr lang="en-US" altLang="ko-KR" dirty="0"/>
              <a:t>BLAZER</a:t>
            </a:r>
          </a:p>
          <a:p>
            <a:pPr algn="ctr"/>
            <a:r>
              <a:rPr lang="en-US" altLang="ko-KR" dirty="0"/>
              <a:t>TAG</a:t>
            </a:r>
          </a:p>
          <a:p>
            <a:pPr algn="ctr"/>
            <a:r>
              <a:rPr lang="en-US" altLang="ko-KR" dirty="0"/>
              <a:t>TAIL</a:t>
            </a:r>
          </a:p>
          <a:p>
            <a:pPr algn="ctr"/>
            <a:r>
              <a:rPr lang="en-US" altLang="ko-KR" dirty="0"/>
              <a:t>TALL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29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65EF-8276-E501-4C2A-9649B4E5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BE044-21E8-4461-7658-2845CD25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E8206-3106-E158-98AB-5FEDB337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</a:t>
            </a:r>
            <a:r>
              <a:rPr lang="en-US" altLang="ko-KR" dirty="0"/>
              <a:t>: </a:t>
            </a:r>
            <a:r>
              <a:rPr lang="ko-KR" altLang="en-US" dirty="0"/>
              <a:t>문자열을 효율적으로 처리하기 위한 트리 자료구조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269C50C-C798-918A-53E4-17D21906FCE5}"/>
              </a:ext>
            </a:extLst>
          </p:cNvPr>
          <p:cNvSpPr/>
          <p:nvPr/>
        </p:nvSpPr>
        <p:spPr>
          <a:xfrm>
            <a:off x="3934696" y="222033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F95DA83-94FC-0CE0-9B23-A93B68F37AF7}"/>
              </a:ext>
            </a:extLst>
          </p:cNvPr>
          <p:cNvSpPr/>
          <p:nvPr/>
        </p:nvSpPr>
        <p:spPr>
          <a:xfrm>
            <a:off x="871687" y="29556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AFC400C-30E5-007A-B3E2-2CD4E3B578EF}"/>
              </a:ext>
            </a:extLst>
          </p:cNvPr>
          <p:cNvSpPr/>
          <p:nvPr/>
        </p:nvSpPr>
        <p:spPr>
          <a:xfrm>
            <a:off x="3934696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45B5301-3D5F-86AE-F6BB-5C61E10D614F}"/>
              </a:ext>
            </a:extLst>
          </p:cNvPr>
          <p:cNvSpPr/>
          <p:nvPr/>
        </p:nvSpPr>
        <p:spPr>
          <a:xfrm>
            <a:off x="6997705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4A0688E-59CE-FD5B-5370-159A16DC2131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171869" y="2520521"/>
            <a:ext cx="2762827" cy="43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7D2F80B-484C-900F-0DBF-A4E62134C47D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234878" y="2820702"/>
            <a:ext cx="0" cy="134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FDB7FB-07BD-B98D-71FC-2C8A7E2C3956}"/>
              </a:ext>
            </a:extLst>
          </p:cNvPr>
          <p:cNvCxnSpPr>
            <a:stCxn id="4" idx="6"/>
            <a:endCxn id="10" idx="0"/>
          </p:cNvCxnSpPr>
          <p:nvPr/>
        </p:nvCxnSpPr>
        <p:spPr>
          <a:xfrm>
            <a:off x="4535059" y="2520521"/>
            <a:ext cx="2762828" cy="435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725083FC-2393-0964-C2B1-11C4147A33C7}"/>
              </a:ext>
            </a:extLst>
          </p:cNvPr>
          <p:cNvSpPr/>
          <p:nvPr/>
        </p:nvSpPr>
        <p:spPr>
          <a:xfrm>
            <a:off x="867068" y="365297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551EEB6-A212-287A-BA2B-393464F1F503}"/>
              </a:ext>
            </a:extLst>
          </p:cNvPr>
          <p:cNvSpPr/>
          <p:nvPr/>
        </p:nvSpPr>
        <p:spPr>
          <a:xfrm>
            <a:off x="867070" y="436879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1665311-E4E5-D931-E8FE-7FD08B974AE7}"/>
              </a:ext>
            </a:extLst>
          </p:cNvPr>
          <p:cNvSpPr/>
          <p:nvPr/>
        </p:nvSpPr>
        <p:spPr>
          <a:xfrm>
            <a:off x="862451" y="506613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0FAF5D8-2815-1493-55ED-585FE0DC8E5F}"/>
              </a:ext>
            </a:extLst>
          </p:cNvPr>
          <p:cNvSpPr/>
          <p:nvPr/>
        </p:nvSpPr>
        <p:spPr>
          <a:xfrm>
            <a:off x="368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23E588E-BE50-4AF7-633E-944D595C5C30}"/>
              </a:ext>
            </a:extLst>
          </p:cNvPr>
          <p:cNvSpPr/>
          <p:nvPr/>
        </p:nvSpPr>
        <p:spPr>
          <a:xfrm>
            <a:off x="1384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C171A23-91D9-5633-3711-533BE414B6CB}"/>
              </a:ext>
            </a:extLst>
          </p:cNvPr>
          <p:cNvSpPr/>
          <p:nvPr/>
        </p:nvSpPr>
        <p:spPr>
          <a:xfrm>
            <a:off x="3221478" y="3473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4C99609-1A46-4E2E-2515-0C2482C9DCAE}"/>
              </a:ext>
            </a:extLst>
          </p:cNvPr>
          <p:cNvSpPr/>
          <p:nvPr/>
        </p:nvSpPr>
        <p:spPr>
          <a:xfrm>
            <a:off x="3216859" y="417124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E21D8D0-7E22-BA27-DB95-02DD2F720E52}"/>
              </a:ext>
            </a:extLst>
          </p:cNvPr>
          <p:cNvSpPr/>
          <p:nvPr/>
        </p:nvSpPr>
        <p:spPr>
          <a:xfrm>
            <a:off x="3216859" y="48268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20C461F-EF70-7A32-FC80-0A0144D99AA5}"/>
              </a:ext>
            </a:extLst>
          </p:cNvPr>
          <p:cNvSpPr/>
          <p:nvPr/>
        </p:nvSpPr>
        <p:spPr>
          <a:xfrm>
            <a:off x="3216859" y="552414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07E98377-4117-33C4-EE36-D83B566D26FB}"/>
              </a:ext>
            </a:extLst>
          </p:cNvPr>
          <p:cNvSpPr/>
          <p:nvPr/>
        </p:nvSpPr>
        <p:spPr>
          <a:xfrm>
            <a:off x="3216859" y="621024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CB7B3D4-BA9F-0933-E6AA-750038B3A554}"/>
              </a:ext>
            </a:extLst>
          </p:cNvPr>
          <p:cNvCxnSpPr>
            <a:stCxn id="6" idx="4"/>
            <a:endCxn id="22" idx="0"/>
          </p:cNvCxnSpPr>
          <p:nvPr/>
        </p:nvCxnSpPr>
        <p:spPr>
          <a:xfrm flipH="1">
            <a:off x="1167250" y="3556001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8DDD293-A670-15C0-B02F-9108841808A2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167250" y="4253342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E9BFA92-2D27-901A-3A44-666106362885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 flipH="1">
            <a:off x="1162633" y="496915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9C9E9C8A-40E5-3B2A-99AD-4EB3944284E6}"/>
              </a:ext>
            </a:extLst>
          </p:cNvPr>
          <p:cNvSpPr/>
          <p:nvPr/>
        </p:nvSpPr>
        <p:spPr>
          <a:xfrm>
            <a:off x="6108132" y="440572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719B47B9-247D-6B1D-A68D-865ABAE5FC1B}"/>
              </a:ext>
            </a:extLst>
          </p:cNvPr>
          <p:cNvSpPr/>
          <p:nvPr/>
        </p:nvSpPr>
        <p:spPr>
          <a:xfrm>
            <a:off x="6999440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6B5A2678-14DD-BFA4-E048-8EB96F1693E9}"/>
              </a:ext>
            </a:extLst>
          </p:cNvPr>
          <p:cNvSpPr/>
          <p:nvPr/>
        </p:nvSpPr>
        <p:spPr>
          <a:xfrm>
            <a:off x="7986575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DE99907-2BC4-3283-1D57-F22BF18569F4}"/>
              </a:ext>
            </a:extLst>
          </p:cNvPr>
          <p:cNvSpPr/>
          <p:nvPr/>
        </p:nvSpPr>
        <p:spPr>
          <a:xfrm>
            <a:off x="6998285" y="51383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CB64270-DCCF-AE81-0AFD-102D57188D10}"/>
              </a:ext>
            </a:extLst>
          </p:cNvPr>
          <p:cNvSpPr/>
          <p:nvPr/>
        </p:nvSpPr>
        <p:spPr>
          <a:xfrm>
            <a:off x="7985422" y="514320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F8E184EE-ECFC-DFCA-CC50-AA2A43544694}"/>
              </a:ext>
            </a:extLst>
          </p:cNvPr>
          <p:cNvSpPr/>
          <p:nvPr/>
        </p:nvSpPr>
        <p:spPr>
          <a:xfrm>
            <a:off x="6997705" y="36102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A9735813-C619-CED5-A2CD-B45FE1957D6A}"/>
              </a:ext>
            </a:extLst>
          </p:cNvPr>
          <p:cNvCxnSpPr>
            <a:stCxn id="10" idx="4"/>
            <a:endCxn id="76" idx="0"/>
          </p:cNvCxnSpPr>
          <p:nvPr/>
        </p:nvCxnSpPr>
        <p:spPr>
          <a:xfrm>
            <a:off x="7297887" y="3556002"/>
            <a:ext cx="0" cy="54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9887ED9-85A8-27F2-557F-7A43C9965272}"/>
              </a:ext>
            </a:extLst>
          </p:cNvPr>
          <p:cNvCxnSpPr>
            <a:cxnSpLocks/>
            <a:stCxn id="76" idx="4"/>
            <a:endCxn id="68" idx="0"/>
          </p:cNvCxnSpPr>
          <p:nvPr/>
        </p:nvCxnSpPr>
        <p:spPr>
          <a:xfrm>
            <a:off x="7297887" y="4210568"/>
            <a:ext cx="1735" cy="175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508E191-18F2-7D05-7512-58F77D7B71F5}"/>
              </a:ext>
            </a:extLst>
          </p:cNvPr>
          <p:cNvCxnSpPr>
            <a:stCxn id="76" idx="6"/>
            <a:endCxn id="70" idx="0"/>
          </p:cNvCxnSpPr>
          <p:nvPr/>
        </p:nvCxnSpPr>
        <p:spPr>
          <a:xfrm>
            <a:off x="7598068" y="3910387"/>
            <a:ext cx="688689" cy="47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7719F54-4E8D-63BB-18A2-A5BE770CA587}"/>
              </a:ext>
            </a:extLst>
          </p:cNvPr>
          <p:cNvCxnSpPr>
            <a:stCxn id="66" idx="0"/>
            <a:endCxn id="76" idx="2"/>
          </p:cNvCxnSpPr>
          <p:nvPr/>
        </p:nvCxnSpPr>
        <p:spPr>
          <a:xfrm flipV="1">
            <a:off x="6408314" y="3910387"/>
            <a:ext cx="589391" cy="495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91400A5-26C1-50A9-0F18-72EF56869FCE}"/>
              </a:ext>
            </a:extLst>
          </p:cNvPr>
          <p:cNvCxnSpPr>
            <a:cxnSpLocks/>
            <a:stCxn id="68" idx="4"/>
            <a:endCxn id="72" idx="0"/>
          </p:cNvCxnSpPr>
          <p:nvPr/>
        </p:nvCxnSpPr>
        <p:spPr>
          <a:xfrm flipH="1">
            <a:off x="7298467" y="4986197"/>
            <a:ext cx="1155" cy="152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1AB9B56-5D23-B505-F15D-4C2733DB4D8B}"/>
              </a:ext>
            </a:extLst>
          </p:cNvPr>
          <p:cNvCxnSpPr>
            <a:stCxn id="70" idx="4"/>
            <a:endCxn id="74" idx="0"/>
          </p:cNvCxnSpPr>
          <p:nvPr/>
        </p:nvCxnSpPr>
        <p:spPr>
          <a:xfrm flipH="1">
            <a:off x="8285604" y="4986197"/>
            <a:ext cx="1153" cy="157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26A41F38-603A-39BA-85D1-EE5A19F5271F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668487" y="5578575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016D4422-91ED-D351-311C-743C8DDFBB7F}"/>
              </a:ext>
            </a:extLst>
          </p:cNvPr>
          <p:cNvCxnSpPr>
            <a:stCxn id="26" idx="5"/>
            <a:endCxn id="30" idx="0"/>
          </p:cNvCxnSpPr>
          <p:nvPr/>
        </p:nvCxnSpPr>
        <p:spPr>
          <a:xfrm>
            <a:off x="1374893" y="5578575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193D8AC-25FF-8CAE-4EB0-73F2B183B47A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flipH="1">
            <a:off x="3517041" y="407426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BC9B206D-B9E9-6755-C6F4-444BF61A0060}"/>
              </a:ext>
            </a:extLst>
          </p:cNvPr>
          <p:cNvCxnSpPr>
            <a:cxnSpLocks/>
            <a:stCxn id="38" idx="4"/>
            <a:endCxn id="50" idx="0"/>
          </p:cNvCxnSpPr>
          <p:nvPr/>
        </p:nvCxnSpPr>
        <p:spPr>
          <a:xfrm>
            <a:off x="3517041" y="4771606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D33BCA06-07D6-A1DA-C7FD-883165B9D322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>
            <a:off x="3517041" y="542716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78C6268A-1568-33CA-8431-B326D47482FC}"/>
              </a:ext>
            </a:extLst>
          </p:cNvPr>
          <p:cNvCxnSpPr>
            <a:cxnSpLocks/>
            <a:stCxn id="52" idx="4"/>
            <a:endCxn id="54" idx="0"/>
          </p:cNvCxnSpPr>
          <p:nvPr/>
        </p:nvCxnSpPr>
        <p:spPr>
          <a:xfrm>
            <a:off x="3517041" y="6124508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5A96102E-BEBD-98F4-37E0-FD4F424D2E17}"/>
              </a:ext>
            </a:extLst>
          </p:cNvPr>
          <p:cNvCxnSpPr>
            <a:stCxn id="8" idx="2"/>
            <a:endCxn id="36" idx="0"/>
          </p:cNvCxnSpPr>
          <p:nvPr/>
        </p:nvCxnSpPr>
        <p:spPr>
          <a:xfrm flipH="1">
            <a:off x="3521660" y="3255821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BB08D3F2-A81A-B72E-879A-DCE42F7A7E01}"/>
              </a:ext>
            </a:extLst>
          </p:cNvPr>
          <p:cNvSpPr/>
          <p:nvPr/>
        </p:nvSpPr>
        <p:spPr>
          <a:xfrm>
            <a:off x="4672448" y="34590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540C903D-3FD9-F457-FEAF-B2B58941ED95}"/>
              </a:ext>
            </a:extLst>
          </p:cNvPr>
          <p:cNvSpPr/>
          <p:nvPr/>
        </p:nvSpPr>
        <p:spPr>
          <a:xfrm>
            <a:off x="4667829" y="41563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24257948-7EE8-5028-9297-360655D037E7}"/>
              </a:ext>
            </a:extLst>
          </p:cNvPr>
          <p:cNvSpPr/>
          <p:nvPr/>
        </p:nvSpPr>
        <p:spPr>
          <a:xfrm>
            <a:off x="4141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F3C35E29-908C-BFD3-4A68-893F4828AF9E}"/>
              </a:ext>
            </a:extLst>
          </p:cNvPr>
          <p:cNvSpPr/>
          <p:nvPr/>
        </p:nvSpPr>
        <p:spPr>
          <a:xfrm>
            <a:off x="5157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4C1D61F-17EC-A2A1-70EE-319AFD517197}"/>
              </a:ext>
            </a:extLst>
          </p:cNvPr>
          <p:cNvSpPr/>
          <p:nvPr/>
        </p:nvSpPr>
        <p:spPr>
          <a:xfrm>
            <a:off x="4141356" y="5551046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25E9306B-4443-682A-956C-49065A677035}"/>
              </a:ext>
            </a:extLst>
          </p:cNvPr>
          <p:cNvSpPr/>
          <p:nvPr/>
        </p:nvSpPr>
        <p:spPr>
          <a:xfrm>
            <a:off x="5157356" y="5551046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51F18C41-84BD-5322-1519-EE8269244451}"/>
              </a:ext>
            </a:extLst>
          </p:cNvPr>
          <p:cNvSpPr/>
          <p:nvPr/>
        </p:nvSpPr>
        <p:spPr>
          <a:xfrm>
            <a:off x="5157356" y="623714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1FE1CB5-FA35-AF12-F762-F0BF05826554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flipH="1">
            <a:off x="4968011" y="4059386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7CB652ED-85B5-3EF5-5E98-C5E27DE7986A}"/>
              </a:ext>
            </a:extLst>
          </p:cNvPr>
          <p:cNvCxnSpPr>
            <a:stCxn id="136" idx="3"/>
            <a:endCxn id="137" idx="0"/>
          </p:cNvCxnSpPr>
          <p:nvPr/>
        </p:nvCxnSpPr>
        <p:spPr>
          <a:xfrm flipH="1">
            <a:off x="4441538" y="4668806"/>
            <a:ext cx="314212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0AFCED4-E945-BC4E-B2BC-E28E257029BE}"/>
              </a:ext>
            </a:extLst>
          </p:cNvPr>
          <p:cNvCxnSpPr>
            <a:stCxn id="136" idx="5"/>
            <a:endCxn id="138" idx="0"/>
          </p:cNvCxnSpPr>
          <p:nvPr/>
        </p:nvCxnSpPr>
        <p:spPr>
          <a:xfrm>
            <a:off x="5180271" y="4668806"/>
            <a:ext cx="277267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A9B925C9-5E34-7D74-1A2E-FF6C43A17434}"/>
              </a:ext>
            </a:extLst>
          </p:cNvPr>
          <p:cNvCxnSpPr>
            <a:stCxn id="137" idx="4"/>
            <a:endCxn id="139" idx="0"/>
          </p:cNvCxnSpPr>
          <p:nvPr/>
        </p:nvCxnSpPr>
        <p:spPr>
          <a:xfrm>
            <a:off x="4441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FFDCAA15-6080-F9CC-926C-61F2AC306C88}"/>
              </a:ext>
            </a:extLst>
          </p:cNvPr>
          <p:cNvCxnSpPr>
            <a:stCxn id="138" idx="4"/>
            <a:endCxn id="140" idx="0"/>
          </p:cNvCxnSpPr>
          <p:nvPr/>
        </p:nvCxnSpPr>
        <p:spPr>
          <a:xfrm>
            <a:off x="5457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D6FE7FA-2990-F28C-219C-AB1F46EB3711}"/>
              </a:ext>
            </a:extLst>
          </p:cNvPr>
          <p:cNvCxnSpPr>
            <a:stCxn id="140" idx="4"/>
            <a:endCxn id="141" idx="0"/>
          </p:cNvCxnSpPr>
          <p:nvPr/>
        </p:nvCxnSpPr>
        <p:spPr>
          <a:xfrm>
            <a:off x="5457538" y="6151409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B936BE60-54D6-0C65-FCAD-7F60AFEA9C4B}"/>
              </a:ext>
            </a:extLst>
          </p:cNvPr>
          <p:cNvCxnSpPr>
            <a:stCxn id="8" idx="6"/>
            <a:endCxn id="135" idx="0"/>
          </p:cNvCxnSpPr>
          <p:nvPr/>
        </p:nvCxnSpPr>
        <p:spPr>
          <a:xfrm>
            <a:off x="4535059" y="3255821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D026860F-5852-C8AD-C307-B1606C01A3BA}"/>
              </a:ext>
            </a:extLst>
          </p:cNvPr>
          <p:cNvSpPr/>
          <p:nvPr/>
        </p:nvSpPr>
        <p:spPr>
          <a:xfrm>
            <a:off x="9254836" y="2520520"/>
            <a:ext cx="2324102" cy="36308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~</a:t>
            </a:r>
            <a:r>
              <a:rPr lang="ko-KR" altLang="en-US" sz="2400" dirty="0"/>
              <a:t>단어 목록</a:t>
            </a:r>
            <a:r>
              <a:rPr lang="en-US" altLang="ko-KR" dirty="0"/>
              <a:t>~</a:t>
            </a:r>
          </a:p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dirty="0"/>
              <a:t>APPLE</a:t>
            </a:r>
          </a:p>
          <a:p>
            <a:pPr algn="ctr"/>
            <a:r>
              <a:rPr lang="en-US" altLang="ko-KR" dirty="0"/>
              <a:t>APPLY</a:t>
            </a:r>
          </a:p>
          <a:p>
            <a:pPr algn="ctr"/>
            <a:r>
              <a:rPr lang="en-US" altLang="ko-KR" dirty="0"/>
              <a:t>BAN</a:t>
            </a:r>
          </a:p>
          <a:p>
            <a:pPr algn="ctr"/>
            <a:r>
              <a:rPr lang="en-US" altLang="ko-KR" dirty="0"/>
              <a:t>BANANA</a:t>
            </a:r>
          </a:p>
          <a:p>
            <a:pPr algn="ctr"/>
            <a:r>
              <a:rPr lang="en-US" altLang="ko-KR" dirty="0"/>
              <a:t>BLACK</a:t>
            </a:r>
          </a:p>
          <a:p>
            <a:pPr algn="ctr"/>
            <a:r>
              <a:rPr lang="en-US" altLang="ko-KR" dirty="0"/>
              <a:t>BLAZER</a:t>
            </a:r>
          </a:p>
          <a:p>
            <a:pPr algn="ctr"/>
            <a:r>
              <a:rPr lang="en-US" altLang="ko-KR" dirty="0"/>
              <a:t>TAG</a:t>
            </a:r>
          </a:p>
          <a:p>
            <a:pPr algn="ctr"/>
            <a:r>
              <a:rPr lang="en-US" altLang="ko-KR" dirty="0"/>
              <a:t>TAIL</a:t>
            </a:r>
          </a:p>
          <a:p>
            <a:pPr algn="ctr"/>
            <a:r>
              <a:rPr lang="en-US" altLang="ko-KR" dirty="0"/>
              <a:t>TALL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B82744F5-E3E7-BE60-FD77-FDECA56963E3}"/>
              </a:ext>
            </a:extLst>
          </p:cNvPr>
          <p:cNvSpPr/>
          <p:nvPr/>
        </p:nvSpPr>
        <p:spPr>
          <a:xfrm rot="3844029">
            <a:off x="5168996" y="923846"/>
            <a:ext cx="870534" cy="203241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50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3C97-D78A-C675-E006-760618AB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E2EA9-98BE-E845-E68B-D963C246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D9BC7-4B67-7F08-E0A2-C5C10E6B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</a:t>
            </a:r>
            <a:r>
              <a:rPr lang="en-US" altLang="ko-KR" dirty="0"/>
              <a:t>: </a:t>
            </a:r>
            <a:r>
              <a:rPr lang="ko-KR" altLang="en-US" dirty="0"/>
              <a:t>문자열을 효율적으로 처리하기 위한 트리 자료구조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A66DFB-F7E2-E33D-9120-FCA78C7D52CF}"/>
              </a:ext>
            </a:extLst>
          </p:cNvPr>
          <p:cNvSpPr/>
          <p:nvPr/>
        </p:nvSpPr>
        <p:spPr>
          <a:xfrm>
            <a:off x="3934696" y="222033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13D467D-3C6F-45AC-ABD3-1BF00F71D8CE}"/>
              </a:ext>
            </a:extLst>
          </p:cNvPr>
          <p:cNvSpPr/>
          <p:nvPr/>
        </p:nvSpPr>
        <p:spPr>
          <a:xfrm>
            <a:off x="871687" y="29556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A6D21D6-20BD-11C4-B4CA-F9E1813CA3B0}"/>
              </a:ext>
            </a:extLst>
          </p:cNvPr>
          <p:cNvSpPr/>
          <p:nvPr/>
        </p:nvSpPr>
        <p:spPr>
          <a:xfrm>
            <a:off x="3934696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A97FBE7-5186-B43A-87D8-FAC8432C063E}"/>
              </a:ext>
            </a:extLst>
          </p:cNvPr>
          <p:cNvSpPr/>
          <p:nvPr/>
        </p:nvSpPr>
        <p:spPr>
          <a:xfrm>
            <a:off x="6997705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CBDB3D4-AE1F-1B6E-95F0-AEF08223C313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171869" y="2520521"/>
            <a:ext cx="2762827" cy="43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5DD7238-382F-7709-6B67-0AAF219D9E1C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234878" y="2820702"/>
            <a:ext cx="0" cy="134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ED51907-5A7C-C269-0CE7-76101A4D9825}"/>
              </a:ext>
            </a:extLst>
          </p:cNvPr>
          <p:cNvCxnSpPr>
            <a:stCxn id="4" idx="6"/>
            <a:endCxn id="10" idx="0"/>
          </p:cNvCxnSpPr>
          <p:nvPr/>
        </p:nvCxnSpPr>
        <p:spPr>
          <a:xfrm>
            <a:off x="4535059" y="2520521"/>
            <a:ext cx="2762828" cy="435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0B88EA90-510A-BDF8-9628-6DA62FBB257C}"/>
              </a:ext>
            </a:extLst>
          </p:cNvPr>
          <p:cNvSpPr/>
          <p:nvPr/>
        </p:nvSpPr>
        <p:spPr>
          <a:xfrm>
            <a:off x="867068" y="365297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1417F0A-8B33-B1B4-907E-30E19155791E}"/>
              </a:ext>
            </a:extLst>
          </p:cNvPr>
          <p:cNvSpPr/>
          <p:nvPr/>
        </p:nvSpPr>
        <p:spPr>
          <a:xfrm>
            <a:off x="867070" y="436879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7398C66-EECB-2BDA-A3B0-B805D33573B9}"/>
              </a:ext>
            </a:extLst>
          </p:cNvPr>
          <p:cNvSpPr/>
          <p:nvPr/>
        </p:nvSpPr>
        <p:spPr>
          <a:xfrm>
            <a:off x="862451" y="506613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97761C9-9187-0EFC-5508-C9090AED3BC6}"/>
              </a:ext>
            </a:extLst>
          </p:cNvPr>
          <p:cNvSpPr/>
          <p:nvPr/>
        </p:nvSpPr>
        <p:spPr>
          <a:xfrm>
            <a:off x="368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B4E5EC7-BF26-AE1E-A7FA-D5654CBE4E05}"/>
              </a:ext>
            </a:extLst>
          </p:cNvPr>
          <p:cNvSpPr/>
          <p:nvPr/>
        </p:nvSpPr>
        <p:spPr>
          <a:xfrm>
            <a:off x="1384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EE55B04-A9CF-1EAC-C393-DF42018149F9}"/>
              </a:ext>
            </a:extLst>
          </p:cNvPr>
          <p:cNvSpPr/>
          <p:nvPr/>
        </p:nvSpPr>
        <p:spPr>
          <a:xfrm>
            <a:off x="3221478" y="3473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57F46B3-076E-7196-528F-8BEE588E212A}"/>
              </a:ext>
            </a:extLst>
          </p:cNvPr>
          <p:cNvSpPr/>
          <p:nvPr/>
        </p:nvSpPr>
        <p:spPr>
          <a:xfrm>
            <a:off x="3216859" y="417124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1BB84CA-2AF3-6940-4A7B-2D2E185CBD37}"/>
              </a:ext>
            </a:extLst>
          </p:cNvPr>
          <p:cNvSpPr/>
          <p:nvPr/>
        </p:nvSpPr>
        <p:spPr>
          <a:xfrm>
            <a:off x="3216859" y="48268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7BF51E5-F1ED-A00C-4C88-679D262A7771}"/>
              </a:ext>
            </a:extLst>
          </p:cNvPr>
          <p:cNvSpPr/>
          <p:nvPr/>
        </p:nvSpPr>
        <p:spPr>
          <a:xfrm>
            <a:off x="3216859" y="552414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9804B2-F894-7D24-6779-72BCB3827D21}"/>
              </a:ext>
            </a:extLst>
          </p:cNvPr>
          <p:cNvSpPr/>
          <p:nvPr/>
        </p:nvSpPr>
        <p:spPr>
          <a:xfrm>
            <a:off x="3216859" y="621024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A00D4EF-BF93-06FD-E02C-41B5373C61AF}"/>
              </a:ext>
            </a:extLst>
          </p:cNvPr>
          <p:cNvCxnSpPr>
            <a:stCxn id="6" idx="4"/>
            <a:endCxn id="22" idx="0"/>
          </p:cNvCxnSpPr>
          <p:nvPr/>
        </p:nvCxnSpPr>
        <p:spPr>
          <a:xfrm flipH="1">
            <a:off x="1167250" y="3556001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EBA3718-5A56-5884-0895-22174BFD7DD0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167250" y="4253342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63A753D-3F2B-D137-F7EC-AAC314D526A6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 flipH="1">
            <a:off x="1162633" y="496915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1438804-204E-B3BE-6D52-6ACE598FDEBE}"/>
              </a:ext>
            </a:extLst>
          </p:cNvPr>
          <p:cNvSpPr/>
          <p:nvPr/>
        </p:nvSpPr>
        <p:spPr>
          <a:xfrm>
            <a:off x="6108132" y="440572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FA55D28-ED57-C3E9-0D2A-43D0944F6245}"/>
              </a:ext>
            </a:extLst>
          </p:cNvPr>
          <p:cNvSpPr/>
          <p:nvPr/>
        </p:nvSpPr>
        <p:spPr>
          <a:xfrm>
            <a:off x="6999440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776D5DCE-7C75-1959-DB46-080417D565A4}"/>
              </a:ext>
            </a:extLst>
          </p:cNvPr>
          <p:cNvSpPr/>
          <p:nvPr/>
        </p:nvSpPr>
        <p:spPr>
          <a:xfrm>
            <a:off x="7986575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D4F3457B-07FF-2C68-1F81-D76E3D626C15}"/>
              </a:ext>
            </a:extLst>
          </p:cNvPr>
          <p:cNvSpPr/>
          <p:nvPr/>
        </p:nvSpPr>
        <p:spPr>
          <a:xfrm>
            <a:off x="6998285" y="51383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74ADDB1A-344B-D0F0-4F77-9EB064BB0FB5}"/>
              </a:ext>
            </a:extLst>
          </p:cNvPr>
          <p:cNvSpPr/>
          <p:nvPr/>
        </p:nvSpPr>
        <p:spPr>
          <a:xfrm>
            <a:off x="7985422" y="514320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098B3161-A6A1-CC7B-2333-F3B1AE6945D7}"/>
              </a:ext>
            </a:extLst>
          </p:cNvPr>
          <p:cNvSpPr/>
          <p:nvPr/>
        </p:nvSpPr>
        <p:spPr>
          <a:xfrm>
            <a:off x="6997705" y="36102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89CC351-3530-51B4-60F3-04355F60BA25}"/>
              </a:ext>
            </a:extLst>
          </p:cNvPr>
          <p:cNvCxnSpPr>
            <a:stCxn id="10" idx="4"/>
            <a:endCxn id="76" idx="0"/>
          </p:cNvCxnSpPr>
          <p:nvPr/>
        </p:nvCxnSpPr>
        <p:spPr>
          <a:xfrm>
            <a:off x="7297887" y="3556002"/>
            <a:ext cx="0" cy="54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2D8C3F5-554B-A38A-9FA8-C104221C39BE}"/>
              </a:ext>
            </a:extLst>
          </p:cNvPr>
          <p:cNvCxnSpPr>
            <a:cxnSpLocks/>
            <a:stCxn id="76" idx="4"/>
            <a:endCxn id="68" idx="0"/>
          </p:cNvCxnSpPr>
          <p:nvPr/>
        </p:nvCxnSpPr>
        <p:spPr>
          <a:xfrm>
            <a:off x="7297887" y="4210568"/>
            <a:ext cx="1735" cy="175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2A415B7F-71A1-A83E-7B05-EB96E2DBEDEB}"/>
              </a:ext>
            </a:extLst>
          </p:cNvPr>
          <p:cNvCxnSpPr>
            <a:stCxn id="76" idx="6"/>
            <a:endCxn id="70" idx="0"/>
          </p:cNvCxnSpPr>
          <p:nvPr/>
        </p:nvCxnSpPr>
        <p:spPr>
          <a:xfrm>
            <a:off x="7598068" y="3910387"/>
            <a:ext cx="688689" cy="47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2CD5239-B60C-D678-8ED4-D0C205F921D1}"/>
              </a:ext>
            </a:extLst>
          </p:cNvPr>
          <p:cNvCxnSpPr>
            <a:stCxn id="66" idx="0"/>
            <a:endCxn id="76" idx="2"/>
          </p:cNvCxnSpPr>
          <p:nvPr/>
        </p:nvCxnSpPr>
        <p:spPr>
          <a:xfrm flipV="1">
            <a:off x="6408314" y="3910387"/>
            <a:ext cx="589391" cy="495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5CB5741-930A-8D89-39C5-0DF8E27FECF2}"/>
              </a:ext>
            </a:extLst>
          </p:cNvPr>
          <p:cNvCxnSpPr>
            <a:cxnSpLocks/>
            <a:stCxn id="68" idx="4"/>
            <a:endCxn id="72" idx="0"/>
          </p:cNvCxnSpPr>
          <p:nvPr/>
        </p:nvCxnSpPr>
        <p:spPr>
          <a:xfrm flipH="1">
            <a:off x="7298467" y="4986197"/>
            <a:ext cx="1155" cy="152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2E32633-09D0-8365-F74A-0F3E30285E4B}"/>
              </a:ext>
            </a:extLst>
          </p:cNvPr>
          <p:cNvCxnSpPr>
            <a:stCxn id="70" idx="4"/>
            <a:endCxn id="74" idx="0"/>
          </p:cNvCxnSpPr>
          <p:nvPr/>
        </p:nvCxnSpPr>
        <p:spPr>
          <a:xfrm flipH="1">
            <a:off x="8285604" y="4986197"/>
            <a:ext cx="1153" cy="157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61B3E79-0303-BE64-5552-C407FFB8C112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668487" y="5578575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BC72DE9-5C1A-EADC-164C-B60675F455A0}"/>
              </a:ext>
            </a:extLst>
          </p:cNvPr>
          <p:cNvCxnSpPr>
            <a:stCxn id="26" idx="5"/>
            <a:endCxn id="30" idx="0"/>
          </p:cNvCxnSpPr>
          <p:nvPr/>
        </p:nvCxnSpPr>
        <p:spPr>
          <a:xfrm>
            <a:off x="1374893" y="5578575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DA5814F-EA79-2F62-10F1-7863C1E6E995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flipH="1">
            <a:off x="3517041" y="407426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AD15CDD-09CC-6997-9E38-03DB7903CA5B}"/>
              </a:ext>
            </a:extLst>
          </p:cNvPr>
          <p:cNvCxnSpPr>
            <a:cxnSpLocks/>
            <a:stCxn id="38" idx="4"/>
            <a:endCxn id="50" idx="0"/>
          </p:cNvCxnSpPr>
          <p:nvPr/>
        </p:nvCxnSpPr>
        <p:spPr>
          <a:xfrm>
            <a:off x="3517041" y="4771606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01DCCE0-4515-8571-FCC4-4FB43340281F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>
            <a:off x="3517041" y="542716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5FCB2AC9-4863-A332-8A8D-9557242D4B39}"/>
              </a:ext>
            </a:extLst>
          </p:cNvPr>
          <p:cNvCxnSpPr>
            <a:cxnSpLocks/>
            <a:stCxn id="52" idx="4"/>
            <a:endCxn id="54" idx="0"/>
          </p:cNvCxnSpPr>
          <p:nvPr/>
        </p:nvCxnSpPr>
        <p:spPr>
          <a:xfrm>
            <a:off x="3517041" y="6124508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74B4050-A83D-E228-8048-BD003258E373}"/>
              </a:ext>
            </a:extLst>
          </p:cNvPr>
          <p:cNvCxnSpPr>
            <a:stCxn id="8" idx="2"/>
            <a:endCxn id="36" idx="0"/>
          </p:cNvCxnSpPr>
          <p:nvPr/>
        </p:nvCxnSpPr>
        <p:spPr>
          <a:xfrm flipH="1">
            <a:off x="3521660" y="3255821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76D00F38-6A6B-7790-439C-A0B06D415FFB}"/>
              </a:ext>
            </a:extLst>
          </p:cNvPr>
          <p:cNvSpPr/>
          <p:nvPr/>
        </p:nvSpPr>
        <p:spPr>
          <a:xfrm>
            <a:off x="4672448" y="34590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BDCFF549-76ED-9098-6360-6A073C4CDBF9}"/>
              </a:ext>
            </a:extLst>
          </p:cNvPr>
          <p:cNvSpPr/>
          <p:nvPr/>
        </p:nvSpPr>
        <p:spPr>
          <a:xfrm>
            <a:off x="4667829" y="41563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9E23DFA3-A282-D975-E93B-894DBC3A01AD}"/>
              </a:ext>
            </a:extLst>
          </p:cNvPr>
          <p:cNvSpPr/>
          <p:nvPr/>
        </p:nvSpPr>
        <p:spPr>
          <a:xfrm>
            <a:off x="4141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8A4847F8-9168-5040-11F3-166F7FEA30B7}"/>
              </a:ext>
            </a:extLst>
          </p:cNvPr>
          <p:cNvSpPr/>
          <p:nvPr/>
        </p:nvSpPr>
        <p:spPr>
          <a:xfrm>
            <a:off x="5157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1955D6E5-DBED-073F-DF02-8A402E3FF60A}"/>
              </a:ext>
            </a:extLst>
          </p:cNvPr>
          <p:cNvSpPr/>
          <p:nvPr/>
        </p:nvSpPr>
        <p:spPr>
          <a:xfrm>
            <a:off x="4141356" y="5551046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2A78FA2A-4FBB-7D5D-6781-9938BE2CC8EE}"/>
              </a:ext>
            </a:extLst>
          </p:cNvPr>
          <p:cNvSpPr/>
          <p:nvPr/>
        </p:nvSpPr>
        <p:spPr>
          <a:xfrm>
            <a:off x="5157356" y="5551046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0780129-27AD-8309-FEAF-4DFF58953F52}"/>
              </a:ext>
            </a:extLst>
          </p:cNvPr>
          <p:cNvSpPr/>
          <p:nvPr/>
        </p:nvSpPr>
        <p:spPr>
          <a:xfrm>
            <a:off x="5157356" y="623714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5972621-F675-9A8C-4B10-C074FD8EBE6A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flipH="1">
            <a:off x="4968011" y="4059386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BC3AC13F-2CE8-B431-5518-873DBFCC5DE3}"/>
              </a:ext>
            </a:extLst>
          </p:cNvPr>
          <p:cNvCxnSpPr>
            <a:stCxn id="136" idx="3"/>
            <a:endCxn id="137" idx="0"/>
          </p:cNvCxnSpPr>
          <p:nvPr/>
        </p:nvCxnSpPr>
        <p:spPr>
          <a:xfrm flipH="1">
            <a:off x="4441538" y="4668806"/>
            <a:ext cx="314212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D2461509-7213-4FCF-FD96-E53B99157AF9}"/>
              </a:ext>
            </a:extLst>
          </p:cNvPr>
          <p:cNvCxnSpPr>
            <a:stCxn id="136" idx="5"/>
            <a:endCxn id="138" idx="0"/>
          </p:cNvCxnSpPr>
          <p:nvPr/>
        </p:nvCxnSpPr>
        <p:spPr>
          <a:xfrm>
            <a:off x="5180271" y="4668806"/>
            <a:ext cx="277267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36F6E9CF-4BE7-1EFA-9FB3-8A1F2DFA226D}"/>
              </a:ext>
            </a:extLst>
          </p:cNvPr>
          <p:cNvCxnSpPr>
            <a:stCxn id="137" idx="4"/>
            <a:endCxn id="139" idx="0"/>
          </p:cNvCxnSpPr>
          <p:nvPr/>
        </p:nvCxnSpPr>
        <p:spPr>
          <a:xfrm>
            <a:off x="4441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7362553-62D7-C507-0DC1-2DE25B826790}"/>
              </a:ext>
            </a:extLst>
          </p:cNvPr>
          <p:cNvCxnSpPr>
            <a:stCxn id="138" idx="4"/>
            <a:endCxn id="140" idx="0"/>
          </p:cNvCxnSpPr>
          <p:nvPr/>
        </p:nvCxnSpPr>
        <p:spPr>
          <a:xfrm>
            <a:off x="5457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432922A7-0F6E-2974-1E52-B5ECFE155D9D}"/>
              </a:ext>
            </a:extLst>
          </p:cNvPr>
          <p:cNvCxnSpPr>
            <a:stCxn id="140" idx="4"/>
            <a:endCxn id="141" idx="0"/>
          </p:cNvCxnSpPr>
          <p:nvPr/>
        </p:nvCxnSpPr>
        <p:spPr>
          <a:xfrm>
            <a:off x="5457538" y="6151409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FCA799BF-C52C-E23C-9233-DC6BE0F836CE}"/>
              </a:ext>
            </a:extLst>
          </p:cNvPr>
          <p:cNvCxnSpPr>
            <a:stCxn id="8" idx="6"/>
            <a:endCxn id="135" idx="0"/>
          </p:cNvCxnSpPr>
          <p:nvPr/>
        </p:nvCxnSpPr>
        <p:spPr>
          <a:xfrm>
            <a:off x="4535059" y="3255821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6A1416E5-55F5-EE65-2EA8-FD8B2160287C}"/>
              </a:ext>
            </a:extLst>
          </p:cNvPr>
          <p:cNvSpPr/>
          <p:nvPr/>
        </p:nvSpPr>
        <p:spPr>
          <a:xfrm>
            <a:off x="9254836" y="2520520"/>
            <a:ext cx="2324102" cy="36308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~</a:t>
            </a:r>
            <a:r>
              <a:rPr lang="ko-KR" altLang="en-US" sz="2400" dirty="0"/>
              <a:t>단어 목록</a:t>
            </a:r>
            <a:r>
              <a:rPr lang="en-US" altLang="ko-KR" dirty="0"/>
              <a:t>~</a:t>
            </a:r>
          </a:p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dirty="0"/>
              <a:t>APPLE</a:t>
            </a:r>
          </a:p>
          <a:p>
            <a:pPr algn="ctr"/>
            <a:r>
              <a:rPr lang="en-US" altLang="ko-KR" dirty="0"/>
              <a:t>APPLY</a:t>
            </a:r>
          </a:p>
          <a:p>
            <a:pPr algn="ctr"/>
            <a:r>
              <a:rPr lang="en-US" altLang="ko-KR" dirty="0"/>
              <a:t>BAN</a:t>
            </a:r>
          </a:p>
          <a:p>
            <a:pPr algn="ctr"/>
            <a:r>
              <a:rPr lang="en-US" altLang="ko-KR" dirty="0"/>
              <a:t>BANANA</a:t>
            </a:r>
          </a:p>
          <a:p>
            <a:pPr algn="ctr"/>
            <a:r>
              <a:rPr lang="en-US" altLang="ko-KR" dirty="0"/>
              <a:t>BLACK</a:t>
            </a:r>
          </a:p>
          <a:p>
            <a:pPr algn="ctr"/>
            <a:r>
              <a:rPr lang="en-US" altLang="ko-KR" dirty="0"/>
              <a:t>BLAZER</a:t>
            </a:r>
          </a:p>
          <a:p>
            <a:pPr algn="ctr"/>
            <a:r>
              <a:rPr lang="en-US" altLang="ko-KR" dirty="0"/>
              <a:t>TAG</a:t>
            </a:r>
          </a:p>
          <a:p>
            <a:pPr algn="ctr"/>
            <a:r>
              <a:rPr lang="en-US" altLang="ko-KR" dirty="0"/>
              <a:t>TAIL</a:t>
            </a:r>
          </a:p>
          <a:p>
            <a:pPr algn="ctr"/>
            <a:r>
              <a:rPr lang="en-US" altLang="ko-KR" dirty="0"/>
              <a:t>TALL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5E695263-1BD4-2AF8-1640-A83656863C7A}"/>
              </a:ext>
            </a:extLst>
          </p:cNvPr>
          <p:cNvSpPr/>
          <p:nvPr/>
        </p:nvSpPr>
        <p:spPr>
          <a:xfrm rot="3844029">
            <a:off x="2040557" y="1800928"/>
            <a:ext cx="870534" cy="203241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D3C7-69F6-B735-0C1E-87AB5FC7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1CDD7-9E39-35C4-98F9-E8FCD3EB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1A313-7505-24E5-2116-DD6A7B95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</a:t>
            </a:r>
            <a:r>
              <a:rPr lang="en-US" altLang="ko-KR" dirty="0"/>
              <a:t>: </a:t>
            </a:r>
            <a:r>
              <a:rPr lang="ko-KR" altLang="en-US" dirty="0"/>
              <a:t>문자열을 효율적으로 처리하기 위한 트리 자료구조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394D5EA-4468-0A6A-3342-2CD5F0747452}"/>
              </a:ext>
            </a:extLst>
          </p:cNvPr>
          <p:cNvSpPr/>
          <p:nvPr/>
        </p:nvSpPr>
        <p:spPr>
          <a:xfrm>
            <a:off x="3934696" y="222033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4BE65B2-9DC2-7226-F6D7-D5FF696A759F}"/>
              </a:ext>
            </a:extLst>
          </p:cNvPr>
          <p:cNvSpPr/>
          <p:nvPr/>
        </p:nvSpPr>
        <p:spPr>
          <a:xfrm>
            <a:off x="871687" y="29556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6F741C9-82BB-C01A-049B-9A6D3E437808}"/>
              </a:ext>
            </a:extLst>
          </p:cNvPr>
          <p:cNvSpPr/>
          <p:nvPr/>
        </p:nvSpPr>
        <p:spPr>
          <a:xfrm>
            <a:off x="3934696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E517C98-A8CD-A349-EF0A-0D655AF27622}"/>
              </a:ext>
            </a:extLst>
          </p:cNvPr>
          <p:cNvSpPr/>
          <p:nvPr/>
        </p:nvSpPr>
        <p:spPr>
          <a:xfrm>
            <a:off x="6997705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08868C7-09BD-1033-74D3-3AE5F091B293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171869" y="2520521"/>
            <a:ext cx="2762827" cy="43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EE95565-B0DA-48C7-3D2D-B364B4509465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234878" y="2820702"/>
            <a:ext cx="0" cy="134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A7237BE-6BBF-4B1C-C4CE-6494A0AB7C38}"/>
              </a:ext>
            </a:extLst>
          </p:cNvPr>
          <p:cNvCxnSpPr>
            <a:stCxn id="4" idx="6"/>
            <a:endCxn id="10" idx="0"/>
          </p:cNvCxnSpPr>
          <p:nvPr/>
        </p:nvCxnSpPr>
        <p:spPr>
          <a:xfrm>
            <a:off x="4535059" y="2520521"/>
            <a:ext cx="2762828" cy="435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7A8AFEC8-92C6-9085-93C1-34C53A980CA1}"/>
              </a:ext>
            </a:extLst>
          </p:cNvPr>
          <p:cNvSpPr/>
          <p:nvPr/>
        </p:nvSpPr>
        <p:spPr>
          <a:xfrm>
            <a:off x="867068" y="365297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914CEA4-50A0-6357-F6A1-E35F03D5A071}"/>
              </a:ext>
            </a:extLst>
          </p:cNvPr>
          <p:cNvSpPr/>
          <p:nvPr/>
        </p:nvSpPr>
        <p:spPr>
          <a:xfrm>
            <a:off x="867070" y="436879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B967FEA-614B-A24B-C9FD-D19DC77A9CDE}"/>
              </a:ext>
            </a:extLst>
          </p:cNvPr>
          <p:cNvSpPr/>
          <p:nvPr/>
        </p:nvSpPr>
        <p:spPr>
          <a:xfrm>
            <a:off x="862451" y="506613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07D564-6D36-B062-049E-5BF3CD84A255}"/>
              </a:ext>
            </a:extLst>
          </p:cNvPr>
          <p:cNvSpPr/>
          <p:nvPr/>
        </p:nvSpPr>
        <p:spPr>
          <a:xfrm>
            <a:off x="368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429F52E-7EB0-55C6-81B2-761ACE4B35A1}"/>
              </a:ext>
            </a:extLst>
          </p:cNvPr>
          <p:cNvSpPr/>
          <p:nvPr/>
        </p:nvSpPr>
        <p:spPr>
          <a:xfrm>
            <a:off x="1384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A842CB9-BF39-A3A9-FCD0-A5E0D9AAE12B}"/>
              </a:ext>
            </a:extLst>
          </p:cNvPr>
          <p:cNvSpPr/>
          <p:nvPr/>
        </p:nvSpPr>
        <p:spPr>
          <a:xfrm>
            <a:off x="3221478" y="3473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FC12F1A-B04C-4D43-C278-CAAD7D3C297F}"/>
              </a:ext>
            </a:extLst>
          </p:cNvPr>
          <p:cNvSpPr/>
          <p:nvPr/>
        </p:nvSpPr>
        <p:spPr>
          <a:xfrm>
            <a:off x="3216859" y="417124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1E71FA2-56D1-125A-A314-55AF2AC8FD66}"/>
              </a:ext>
            </a:extLst>
          </p:cNvPr>
          <p:cNvSpPr/>
          <p:nvPr/>
        </p:nvSpPr>
        <p:spPr>
          <a:xfrm>
            <a:off x="3216859" y="48268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0963D0D-ADC3-96B0-C57A-F4AA749BFC25}"/>
              </a:ext>
            </a:extLst>
          </p:cNvPr>
          <p:cNvSpPr/>
          <p:nvPr/>
        </p:nvSpPr>
        <p:spPr>
          <a:xfrm>
            <a:off x="3216859" y="552414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784DE7D-873B-9987-D94D-DB479D32999C}"/>
              </a:ext>
            </a:extLst>
          </p:cNvPr>
          <p:cNvSpPr/>
          <p:nvPr/>
        </p:nvSpPr>
        <p:spPr>
          <a:xfrm>
            <a:off x="3216859" y="621024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CBCBDF9-963D-438C-FF64-9D2F9BFA1802}"/>
              </a:ext>
            </a:extLst>
          </p:cNvPr>
          <p:cNvCxnSpPr>
            <a:stCxn id="6" idx="4"/>
            <a:endCxn id="22" idx="0"/>
          </p:cNvCxnSpPr>
          <p:nvPr/>
        </p:nvCxnSpPr>
        <p:spPr>
          <a:xfrm flipH="1">
            <a:off x="1167250" y="3556001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C97CEE4-534F-440C-1660-BBB5EEA30D8A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167250" y="4253342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09E4D4C-0F0E-8995-A68F-FED3DB44FDDE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 flipH="1">
            <a:off x="1162633" y="496915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C225E7FF-83C7-D0AC-D26B-C2473553BAAA}"/>
              </a:ext>
            </a:extLst>
          </p:cNvPr>
          <p:cNvSpPr/>
          <p:nvPr/>
        </p:nvSpPr>
        <p:spPr>
          <a:xfrm>
            <a:off x="6108132" y="440572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45A44BF-277E-73B6-D8F7-F3E2F51E1162}"/>
              </a:ext>
            </a:extLst>
          </p:cNvPr>
          <p:cNvSpPr/>
          <p:nvPr/>
        </p:nvSpPr>
        <p:spPr>
          <a:xfrm>
            <a:off x="6999440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FC76E6E-FE9E-012A-A55F-BD9B05654709}"/>
              </a:ext>
            </a:extLst>
          </p:cNvPr>
          <p:cNvSpPr/>
          <p:nvPr/>
        </p:nvSpPr>
        <p:spPr>
          <a:xfrm>
            <a:off x="7986575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7B312B3-3738-12BB-ED8F-84831C4E2397}"/>
              </a:ext>
            </a:extLst>
          </p:cNvPr>
          <p:cNvSpPr/>
          <p:nvPr/>
        </p:nvSpPr>
        <p:spPr>
          <a:xfrm>
            <a:off x="6998285" y="51383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2DEB2C9-5F3D-6585-F44E-5D5C8D605C70}"/>
              </a:ext>
            </a:extLst>
          </p:cNvPr>
          <p:cNvSpPr/>
          <p:nvPr/>
        </p:nvSpPr>
        <p:spPr>
          <a:xfrm>
            <a:off x="7985422" y="514320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73411E5-161F-1B88-DA4F-854437136FE6}"/>
              </a:ext>
            </a:extLst>
          </p:cNvPr>
          <p:cNvSpPr/>
          <p:nvPr/>
        </p:nvSpPr>
        <p:spPr>
          <a:xfrm>
            <a:off x="6997705" y="36102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7BD8B92-C4BE-5BDF-FDA6-CAA75C823E16}"/>
              </a:ext>
            </a:extLst>
          </p:cNvPr>
          <p:cNvCxnSpPr>
            <a:stCxn id="10" idx="4"/>
            <a:endCxn id="76" idx="0"/>
          </p:cNvCxnSpPr>
          <p:nvPr/>
        </p:nvCxnSpPr>
        <p:spPr>
          <a:xfrm>
            <a:off x="7297887" y="3556002"/>
            <a:ext cx="0" cy="54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CDAFC4B-3213-6438-244F-69C915F6C5F6}"/>
              </a:ext>
            </a:extLst>
          </p:cNvPr>
          <p:cNvCxnSpPr>
            <a:cxnSpLocks/>
            <a:stCxn id="76" idx="4"/>
            <a:endCxn id="68" idx="0"/>
          </p:cNvCxnSpPr>
          <p:nvPr/>
        </p:nvCxnSpPr>
        <p:spPr>
          <a:xfrm>
            <a:off x="7297887" y="4210568"/>
            <a:ext cx="1735" cy="175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FF26A3F9-F686-73A4-5D16-7F72FF44481D}"/>
              </a:ext>
            </a:extLst>
          </p:cNvPr>
          <p:cNvCxnSpPr>
            <a:stCxn id="76" idx="6"/>
            <a:endCxn id="70" idx="0"/>
          </p:cNvCxnSpPr>
          <p:nvPr/>
        </p:nvCxnSpPr>
        <p:spPr>
          <a:xfrm>
            <a:off x="7598068" y="3910387"/>
            <a:ext cx="688689" cy="47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664AD4EC-CC70-1C55-0C5B-C435B3F9B3D6}"/>
              </a:ext>
            </a:extLst>
          </p:cNvPr>
          <p:cNvCxnSpPr>
            <a:stCxn id="66" idx="0"/>
            <a:endCxn id="76" idx="2"/>
          </p:cNvCxnSpPr>
          <p:nvPr/>
        </p:nvCxnSpPr>
        <p:spPr>
          <a:xfrm flipV="1">
            <a:off x="6408314" y="3910387"/>
            <a:ext cx="589391" cy="495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56D8A8F-054B-F57A-D200-34EB3B852DF2}"/>
              </a:ext>
            </a:extLst>
          </p:cNvPr>
          <p:cNvCxnSpPr>
            <a:cxnSpLocks/>
            <a:stCxn id="68" idx="4"/>
            <a:endCxn id="72" idx="0"/>
          </p:cNvCxnSpPr>
          <p:nvPr/>
        </p:nvCxnSpPr>
        <p:spPr>
          <a:xfrm flipH="1">
            <a:off x="7298467" y="4986197"/>
            <a:ext cx="1155" cy="152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7AA954F-2357-E505-03F9-7A32F123CE48}"/>
              </a:ext>
            </a:extLst>
          </p:cNvPr>
          <p:cNvCxnSpPr>
            <a:stCxn id="70" idx="4"/>
            <a:endCxn id="74" idx="0"/>
          </p:cNvCxnSpPr>
          <p:nvPr/>
        </p:nvCxnSpPr>
        <p:spPr>
          <a:xfrm flipH="1">
            <a:off x="8285604" y="4986197"/>
            <a:ext cx="1153" cy="157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AE1CE07-E460-166A-5E92-D619D99F5B75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668487" y="5578575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1F8A198-4DDB-4BC8-641B-760DBFB12F90}"/>
              </a:ext>
            </a:extLst>
          </p:cNvPr>
          <p:cNvCxnSpPr>
            <a:stCxn id="26" idx="5"/>
            <a:endCxn id="30" idx="0"/>
          </p:cNvCxnSpPr>
          <p:nvPr/>
        </p:nvCxnSpPr>
        <p:spPr>
          <a:xfrm>
            <a:off x="1374893" y="5578575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EC8D0CA-81ED-CE90-6158-D9D2C068AE0E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flipH="1">
            <a:off x="3517041" y="407426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B8D62B43-57E3-A916-65B6-481390F6E094}"/>
              </a:ext>
            </a:extLst>
          </p:cNvPr>
          <p:cNvCxnSpPr>
            <a:cxnSpLocks/>
            <a:stCxn id="38" idx="4"/>
            <a:endCxn id="50" idx="0"/>
          </p:cNvCxnSpPr>
          <p:nvPr/>
        </p:nvCxnSpPr>
        <p:spPr>
          <a:xfrm>
            <a:off x="3517041" y="4771606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95250BE-A6E1-E979-2A48-19AB6005C5E8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>
            <a:off x="3517041" y="542716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61E5E33E-DF05-5F65-052D-27A5DEDCD48D}"/>
              </a:ext>
            </a:extLst>
          </p:cNvPr>
          <p:cNvCxnSpPr>
            <a:cxnSpLocks/>
            <a:stCxn id="52" idx="4"/>
            <a:endCxn id="54" idx="0"/>
          </p:cNvCxnSpPr>
          <p:nvPr/>
        </p:nvCxnSpPr>
        <p:spPr>
          <a:xfrm>
            <a:off x="3517041" y="6124508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8E06CC8-3D8C-A25A-AD73-7095399960D6}"/>
              </a:ext>
            </a:extLst>
          </p:cNvPr>
          <p:cNvCxnSpPr>
            <a:stCxn id="8" idx="2"/>
            <a:endCxn id="36" idx="0"/>
          </p:cNvCxnSpPr>
          <p:nvPr/>
        </p:nvCxnSpPr>
        <p:spPr>
          <a:xfrm flipH="1">
            <a:off x="3521660" y="3255821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017522EA-600C-F3C2-39A5-558F1542DBF1}"/>
              </a:ext>
            </a:extLst>
          </p:cNvPr>
          <p:cNvSpPr/>
          <p:nvPr/>
        </p:nvSpPr>
        <p:spPr>
          <a:xfrm>
            <a:off x="4672448" y="34590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E5433B1E-8F57-4D48-93E0-02009C260837}"/>
              </a:ext>
            </a:extLst>
          </p:cNvPr>
          <p:cNvSpPr/>
          <p:nvPr/>
        </p:nvSpPr>
        <p:spPr>
          <a:xfrm>
            <a:off x="4667829" y="41563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FB06C112-911B-D859-26B5-F6ADD5AD6044}"/>
              </a:ext>
            </a:extLst>
          </p:cNvPr>
          <p:cNvSpPr/>
          <p:nvPr/>
        </p:nvSpPr>
        <p:spPr>
          <a:xfrm>
            <a:off x="4141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62D983D8-7FBB-FFDD-A4F6-9BCA4D1B9012}"/>
              </a:ext>
            </a:extLst>
          </p:cNvPr>
          <p:cNvSpPr/>
          <p:nvPr/>
        </p:nvSpPr>
        <p:spPr>
          <a:xfrm>
            <a:off x="5157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ECA548DB-2ADD-96DF-89C6-EE0BEBE9B4D9}"/>
              </a:ext>
            </a:extLst>
          </p:cNvPr>
          <p:cNvSpPr/>
          <p:nvPr/>
        </p:nvSpPr>
        <p:spPr>
          <a:xfrm>
            <a:off x="4141356" y="5551046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E9FB9606-7CA6-A59E-F0BD-3DD5ED6F0B44}"/>
              </a:ext>
            </a:extLst>
          </p:cNvPr>
          <p:cNvSpPr/>
          <p:nvPr/>
        </p:nvSpPr>
        <p:spPr>
          <a:xfrm>
            <a:off x="5157356" y="5551046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7EB6BADB-6E7B-38D8-CAE1-2A8081D7D082}"/>
              </a:ext>
            </a:extLst>
          </p:cNvPr>
          <p:cNvSpPr/>
          <p:nvPr/>
        </p:nvSpPr>
        <p:spPr>
          <a:xfrm>
            <a:off x="5157356" y="623714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EAF7F21-0465-D98B-149B-CDAC87DBCAF0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flipH="1">
            <a:off x="4968011" y="4059386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F56E212C-D142-CC86-425B-94A1DC3F2626}"/>
              </a:ext>
            </a:extLst>
          </p:cNvPr>
          <p:cNvCxnSpPr>
            <a:stCxn id="136" idx="3"/>
            <a:endCxn id="137" idx="0"/>
          </p:cNvCxnSpPr>
          <p:nvPr/>
        </p:nvCxnSpPr>
        <p:spPr>
          <a:xfrm flipH="1">
            <a:off x="4441538" y="4668806"/>
            <a:ext cx="314212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14279C15-2DF6-B5B9-1696-304014AA5366}"/>
              </a:ext>
            </a:extLst>
          </p:cNvPr>
          <p:cNvCxnSpPr>
            <a:stCxn id="136" idx="5"/>
            <a:endCxn id="138" idx="0"/>
          </p:cNvCxnSpPr>
          <p:nvPr/>
        </p:nvCxnSpPr>
        <p:spPr>
          <a:xfrm>
            <a:off x="5180271" y="4668806"/>
            <a:ext cx="277267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40F22DB6-036A-3288-9565-B7DFA86B520D}"/>
              </a:ext>
            </a:extLst>
          </p:cNvPr>
          <p:cNvCxnSpPr>
            <a:stCxn id="137" idx="4"/>
            <a:endCxn id="139" idx="0"/>
          </p:cNvCxnSpPr>
          <p:nvPr/>
        </p:nvCxnSpPr>
        <p:spPr>
          <a:xfrm>
            <a:off x="4441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3C179151-A331-C006-D1DC-03B78E5D9945}"/>
              </a:ext>
            </a:extLst>
          </p:cNvPr>
          <p:cNvCxnSpPr>
            <a:stCxn id="138" idx="4"/>
            <a:endCxn id="140" idx="0"/>
          </p:cNvCxnSpPr>
          <p:nvPr/>
        </p:nvCxnSpPr>
        <p:spPr>
          <a:xfrm>
            <a:off x="5457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3E24DB3B-205C-0C65-D281-959805DD9B10}"/>
              </a:ext>
            </a:extLst>
          </p:cNvPr>
          <p:cNvCxnSpPr>
            <a:stCxn id="140" idx="4"/>
            <a:endCxn id="141" idx="0"/>
          </p:cNvCxnSpPr>
          <p:nvPr/>
        </p:nvCxnSpPr>
        <p:spPr>
          <a:xfrm>
            <a:off x="5457538" y="6151409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A8F5F39-CF00-B3E7-25A5-9C78B1C58B5B}"/>
              </a:ext>
            </a:extLst>
          </p:cNvPr>
          <p:cNvCxnSpPr>
            <a:stCxn id="8" idx="6"/>
            <a:endCxn id="135" idx="0"/>
          </p:cNvCxnSpPr>
          <p:nvPr/>
        </p:nvCxnSpPr>
        <p:spPr>
          <a:xfrm>
            <a:off x="4535059" y="3255821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4B119E82-BF95-869C-4B62-BB1E2BC3F647}"/>
              </a:ext>
            </a:extLst>
          </p:cNvPr>
          <p:cNvSpPr/>
          <p:nvPr/>
        </p:nvSpPr>
        <p:spPr>
          <a:xfrm>
            <a:off x="9254836" y="2520520"/>
            <a:ext cx="2324102" cy="36308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~</a:t>
            </a:r>
            <a:r>
              <a:rPr lang="ko-KR" altLang="en-US" sz="2400" dirty="0"/>
              <a:t>단어 목록</a:t>
            </a:r>
            <a:r>
              <a:rPr lang="en-US" altLang="ko-KR" dirty="0"/>
              <a:t>~</a:t>
            </a:r>
          </a:p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dirty="0"/>
              <a:t>APPLE</a:t>
            </a:r>
          </a:p>
          <a:p>
            <a:pPr algn="ctr"/>
            <a:r>
              <a:rPr lang="en-US" altLang="ko-KR" dirty="0"/>
              <a:t>APPLY</a:t>
            </a:r>
          </a:p>
          <a:p>
            <a:pPr algn="ctr"/>
            <a:r>
              <a:rPr lang="en-US" altLang="ko-KR" dirty="0"/>
              <a:t>BAN</a:t>
            </a:r>
          </a:p>
          <a:p>
            <a:pPr algn="ctr"/>
            <a:r>
              <a:rPr lang="en-US" altLang="ko-KR" dirty="0"/>
              <a:t>BANANA</a:t>
            </a:r>
          </a:p>
          <a:p>
            <a:pPr algn="ctr"/>
            <a:r>
              <a:rPr lang="en-US" altLang="ko-KR" dirty="0"/>
              <a:t>BLACK</a:t>
            </a:r>
          </a:p>
          <a:p>
            <a:pPr algn="ctr"/>
            <a:r>
              <a:rPr lang="en-US" altLang="ko-KR" dirty="0"/>
              <a:t>BLAZER</a:t>
            </a:r>
          </a:p>
          <a:p>
            <a:pPr algn="ctr"/>
            <a:r>
              <a:rPr lang="en-US" altLang="ko-KR" dirty="0"/>
              <a:t>TAG</a:t>
            </a:r>
          </a:p>
          <a:p>
            <a:pPr algn="ctr"/>
            <a:r>
              <a:rPr lang="en-US" altLang="ko-KR" dirty="0"/>
              <a:t>TAIL</a:t>
            </a:r>
          </a:p>
          <a:p>
            <a:pPr algn="ctr"/>
            <a:r>
              <a:rPr lang="en-US" altLang="ko-KR" dirty="0"/>
              <a:t>TALL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0799E5F1-AF79-D631-092B-7D78DB4E500F}"/>
              </a:ext>
            </a:extLst>
          </p:cNvPr>
          <p:cNvSpPr/>
          <p:nvPr/>
        </p:nvSpPr>
        <p:spPr>
          <a:xfrm rot="3844029">
            <a:off x="2040557" y="2493649"/>
            <a:ext cx="870534" cy="203241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0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CF9C-8109-01DA-5D28-49FFA596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C88AF-1786-1B56-632A-4C0B0CE9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809F6-CCF5-B66E-F288-16438B28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</a:t>
            </a:r>
            <a:r>
              <a:rPr lang="en-US" altLang="ko-KR" dirty="0"/>
              <a:t>: </a:t>
            </a:r>
            <a:r>
              <a:rPr lang="ko-KR" altLang="en-US" dirty="0"/>
              <a:t>문자열을 효율적으로 처리하기 위한 트리 자료구조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C1AA00F-B3E3-EB44-C69B-496595C4A70C}"/>
              </a:ext>
            </a:extLst>
          </p:cNvPr>
          <p:cNvSpPr/>
          <p:nvPr/>
        </p:nvSpPr>
        <p:spPr>
          <a:xfrm>
            <a:off x="3934696" y="222033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E3354D7-27C4-ED30-F6CD-9503927E8E45}"/>
              </a:ext>
            </a:extLst>
          </p:cNvPr>
          <p:cNvSpPr/>
          <p:nvPr/>
        </p:nvSpPr>
        <p:spPr>
          <a:xfrm>
            <a:off x="871687" y="29556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E0C4773-E35D-A05A-B482-55D0A3D112BD}"/>
              </a:ext>
            </a:extLst>
          </p:cNvPr>
          <p:cNvSpPr/>
          <p:nvPr/>
        </p:nvSpPr>
        <p:spPr>
          <a:xfrm>
            <a:off x="3934696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71FEAFF-6D1A-5F44-4EE8-864B964EF454}"/>
              </a:ext>
            </a:extLst>
          </p:cNvPr>
          <p:cNvSpPr/>
          <p:nvPr/>
        </p:nvSpPr>
        <p:spPr>
          <a:xfrm>
            <a:off x="6997705" y="295563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C1351B6-2C93-7946-27F6-25D10D74CBA2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171869" y="2520521"/>
            <a:ext cx="2762827" cy="435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92CEB9F-7D8E-3CD8-6A9D-1CEA577C6550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234878" y="2820702"/>
            <a:ext cx="0" cy="134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581616B-58CA-5AF1-4E23-B6880D3F5D2D}"/>
              </a:ext>
            </a:extLst>
          </p:cNvPr>
          <p:cNvCxnSpPr>
            <a:stCxn id="4" idx="6"/>
            <a:endCxn id="10" idx="0"/>
          </p:cNvCxnSpPr>
          <p:nvPr/>
        </p:nvCxnSpPr>
        <p:spPr>
          <a:xfrm>
            <a:off x="4535059" y="2520521"/>
            <a:ext cx="2762828" cy="435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F8210232-C0DD-D94F-4411-8E7AF42C2A34}"/>
              </a:ext>
            </a:extLst>
          </p:cNvPr>
          <p:cNvSpPr/>
          <p:nvPr/>
        </p:nvSpPr>
        <p:spPr>
          <a:xfrm>
            <a:off x="867068" y="3652979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51423A9-544D-B99B-69E8-6F845BB23EB4}"/>
              </a:ext>
            </a:extLst>
          </p:cNvPr>
          <p:cNvSpPr/>
          <p:nvPr/>
        </p:nvSpPr>
        <p:spPr>
          <a:xfrm>
            <a:off x="867070" y="436879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E526706-65DA-AE5D-0102-B48AC755E9F1}"/>
              </a:ext>
            </a:extLst>
          </p:cNvPr>
          <p:cNvSpPr/>
          <p:nvPr/>
        </p:nvSpPr>
        <p:spPr>
          <a:xfrm>
            <a:off x="862451" y="506613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87797E1-C17D-8511-EC89-2C3EF88DA242}"/>
              </a:ext>
            </a:extLst>
          </p:cNvPr>
          <p:cNvSpPr/>
          <p:nvPr/>
        </p:nvSpPr>
        <p:spPr>
          <a:xfrm>
            <a:off x="368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D38A559-002B-03F4-4F91-C4B3C8D20071}"/>
              </a:ext>
            </a:extLst>
          </p:cNvPr>
          <p:cNvSpPr/>
          <p:nvPr/>
        </p:nvSpPr>
        <p:spPr>
          <a:xfrm>
            <a:off x="1384305" y="57450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18E67E3-BFBC-EB16-D117-2C1F6867A187}"/>
              </a:ext>
            </a:extLst>
          </p:cNvPr>
          <p:cNvSpPr/>
          <p:nvPr/>
        </p:nvSpPr>
        <p:spPr>
          <a:xfrm>
            <a:off x="3221478" y="3473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145DC25-A24A-8C1E-6DD9-1B4484762CF8}"/>
              </a:ext>
            </a:extLst>
          </p:cNvPr>
          <p:cNvSpPr/>
          <p:nvPr/>
        </p:nvSpPr>
        <p:spPr>
          <a:xfrm>
            <a:off x="3216859" y="417124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76E42C8-49C7-B0DA-4804-C770C24DF542}"/>
              </a:ext>
            </a:extLst>
          </p:cNvPr>
          <p:cNvSpPr/>
          <p:nvPr/>
        </p:nvSpPr>
        <p:spPr>
          <a:xfrm>
            <a:off x="3216859" y="48268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A8DB0BB5-D82E-0937-04D2-B87F39B52087}"/>
              </a:ext>
            </a:extLst>
          </p:cNvPr>
          <p:cNvSpPr/>
          <p:nvPr/>
        </p:nvSpPr>
        <p:spPr>
          <a:xfrm>
            <a:off x="3216859" y="552414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2669396-D3BE-E475-2E89-D7F325F9E36A}"/>
              </a:ext>
            </a:extLst>
          </p:cNvPr>
          <p:cNvSpPr/>
          <p:nvPr/>
        </p:nvSpPr>
        <p:spPr>
          <a:xfrm>
            <a:off x="3216859" y="621024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C6E3542-DC0E-455C-0ECE-7EBE8F18F600}"/>
              </a:ext>
            </a:extLst>
          </p:cNvPr>
          <p:cNvCxnSpPr>
            <a:stCxn id="6" idx="4"/>
            <a:endCxn id="22" idx="0"/>
          </p:cNvCxnSpPr>
          <p:nvPr/>
        </p:nvCxnSpPr>
        <p:spPr>
          <a:xfrm flipH="1">
            <a:off x="1167250" y="3556001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8D300FC-BEDC-68C3-2274-9AA7ACCC0C39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167250" y="4253342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2A91E7C-D1F9-232A-F449-1B95D143D4BC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 flipH="1">
            <a:off x="1162633" y="496915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80EF9419-6F38-D2EF-6A4A-09F8FE22F557}"/>
              </a:ext>
            </a:extLst>
          </p:cNvPr>
          <p:cNvSpPr/>
          <p:nvPr/>
        </p:nvSpPr>
        <p:spPr>
          <a:xfrm>
            <a:off x="6108132" y="440572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C494C3D1-D3B8-73A3-64A4-328B01D60A0B}"/>
              </a:ext>
            </a:extLst>
          </p:cNvPr>
          <p:cNvSpPr/>
          <p:nvPr/>
        </p:nvSpPr>
        <p:spPr>
          <a:xfrm>
            <a:off x="6999440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9DDDF43-5533-4D15-D32C-EE8C1790848E}"/>
              </a:ext>
            </a:extLst>
          </p:cNvPr>
          <p:cNvSpPr/>
          <p:nvPr/>
        </p:nvSpPr>
        <p:spPr>
          <a:xfrm>
            <a:off x="7986575" y="438583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C0AB627-8F13-6136-B8B7-B4F8FD82DC01}"/>
              </a:ext>
            </a:extLst>
          </p:cNvPr>
          <p:cNvSpPr/>
          <p:nvPr/>
        </p:nvSpPr>
        <p:spPr>
          <a:xfrm>
            <a:off x="6998285" y="51383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EC43093-3E6D-7EF2-6E76-610FFF4C7FF5}"/>
              </a:ext>
            </a:extLst>
          </p:cNvPr>
          <p:cNvSpPr/>
          <p:nvPr/>
        </p:nvSpPr>
        <p:spPr>
          <a:xfrm>
            <a:off x="7985422" y="5143209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BD33D1CE-F686-F026-19A0-D27E6EB3369B}"/>
              </a:ext>
            </a:extLst>
          </p:cNvPr>
          <p:cNvSpPr/>
          <p:nvPr/>
        </p:nvSpPr>
        <p:spPr>
          <a:xfrm>
            <a:off x="6997705" y="36102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B5A3E4E0-BCBC-192C-17EB-732A5E470163}"/>
              </a:ext>
            </a:extLst>
          </p:cNvPr>
          <p:cNvCxnSpPr>
            <a:stCxn id="10" idx="4"/>
            <a:endCxn id="76" idx="0"/>
          </p:cNvCxnSpPr>
          <p:nvPr/>
        </p:nvCxnSpPr>
        <p:spPr>
          <a:xfrm>
            <a:off x="7297887" y="3556002"/>
            <a:ext cx="0" cy="54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56A983E-8695-F0ED-C09B-39790A263291}"/>
              </a:ext>
            </a:extLst>
          </p:cNvPr>
          <p:cNvCxnSpPr>
            <a:cxnSpLocks/>
            <a:stCxn id="76" idx="4"/>
            <a:endCxn id="68" idx="0"/>
          </p:cNvCxnSpPr>
          <p:nvPr/>
        </p:nvCxnSpPr>
        <p:spPr>
          <a:xfrm>
            <a:off x="7297887" y="4210568"/>
            <a:ext cx="1735" cy="175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54B3D0E-19A9-BBA5-93C7-072D0EA1F413}"/>
              </a:ext>
            </a:extLst>
          </p:cNvPr>
          <p:cNvCxnSpPr>
            <a:stCxn id="76" idx="6"/>
            <a:endCxn id="70" idx="0"/>
          </p:cNvCxnSpPr>
          <p:nvPr/>
        </p:nvCxnSpPr>
        <p:spPr>
          <a:xfrm>
            <a:off x="7598068" y="3910387"/>
            <a:ext cx="688689" cy="47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601DF2C3-B321-F342-D675-D9195D4B9B33}"/>
              </a:ext>
            </a:extLst>
          </p:cNvPr>
          <p:cNvCxnSpPr>
            <a:stCxn id="66" idx="0"/>
            <a:endCxn id="76" idx="2"/>
          </p:cNvCxnSpPr>
          <p:nvPr/>
        </p:nvCxnSpPr>
        <p:spPr>
          <a:xfrm flipV="1">
            <a:off x="6408314" y="3910387"/>
            <a:ext cx="589391" cy="495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7537F9A-1A69-6DA6-5D14-90B64F6D3DD5}"/>
              </a:ext>
            </a:extLst>
          </p:cNvPr>
          <p:cNvCxnSpPr>
            <a:cxnSpLocks/>
            <a:stCxn id="68" idx="4"/>
            <a:endCxn id="72" idx="0"/>
          </p:cNvCxnSpPr>
          <p:nvPr/>
        </p:nvCxnSpPr>
        <p:spPr>
          <a:xfrm flipH="1">
            <a:off x="7298467" y="4986197"/>
            <a:ext cx="1155" cy="152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BB2318B-34D6-5E9B-E5B9-78164EC847EC}"/>
              </a:ext>
            </a:extLst>
          </p:cNvPr>
          <p:cNvCxnSpPr>
            <a:stCxn id="70" idx="4"/>
            <a:endCxn id="74" idx="0"/>
          </p:cNvCxnSpPr>
          <p:nvPr/>
        </p:nvCxnSpPr>
        <p:spPr>
          <a:xfrm flipH="1">
            <a:off x="8285604" y="4986197"/>
            <a:ext cx="1153" cy="157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C31819E-5416-70B2-A01A-3B17AFF43A8B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668487" y="5578575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82891CB-3171-0840-72C1-8BA0377C4B60}"/>
              </a:ext>
            </a:extLst>
          </p:cNvPr>
          <p:cNvCxnSpPr>
            <a:stCxn id="26" idx="5"/>
            <a:endCxn id="30" idx="0"/>
          </p:cNvCxnSpPr>
          <p:nvPr/>
        </p:nvCxnSpPr>
        <p:spPr>
          <a:xfrm>
            <a:off x="1374893" y="5578575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530A25F-4009-C2A7-C64E-5161BFF67CE2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flipH="1">
            <a:off x="3517041" y="407426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4B01798-EAB0-B0BD-DF47-32937332218D}"/>
              </a:ext>
            </a:extLst>
          </p:cNvPr>
          <p:cNvCxnSpPr>
            <a:cxnSpLocks/>
            <a:stCxn id="38" idx="4"/>
            <a:endCxn id="50" idx="0"/>
          </p:cNvCxnSpPr>
          <p:nvPr/>
        </p:nvCxnSpPr>
        <p:spPr>
          <a:xfrm>
            <a:off x="3517041" y="4771606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59FB76F2-5904-F176-D539-B7AC170EB48C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>
            <a:off x="3517041" y="542716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0EC3C189-BB6A-FF79-0057-82E1FC19E38C}"/>
              </a:ext>
            </a:extLst>
          </p:cNvPr>
          <p:cNvCxnSpPr>
            <a:cxnSpLocks/>
            <a:stCxn id="52" idx="4"/>
            <a:endCxn id="54" idx="0"/>
          </p:cNvCxnSpPr>
          <p:nvPr/>
        </p:nvCxnSpPr>
        <p:spPr>
          <a:xfrm>
            <a:off x="3517041" y="6124508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83A49E9C-B987-228C-B97C-B3E22F63318D}"/>
              </a:ext>
            </a:extLst>
          </p:cNvPr>
          <p:cNvCxnSpPr>
            <a:stCxn id="8" idx="2"/>
            <a:endCxn id="36" idx="0"/>
          </p:cNvCxnSpPr>
          <p:nvPr/>
        </p:nvCxnSpPr>
        <p:spPr>
          <a:xfrm flipH="1">
            <a:off x="3521660" y="3255821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920914FB-6CA4-9705-EEDE-0626CA80BA58}"/>
              </a:ext>
            </a:extLst>
          </p:cNvPr>
          <p:cNvSpPr/>
          <p:nvPr/>
        </p:nvSpPr>
        <p:spPr>
          <a:xfrm>
            <a:off x="4672448" y="34590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04BB32E6-786E-CFE9-D9DE-FCD5AB1ED60B}"/>
              </a:ext>
            </a:extLst>
          </p:cNvPr>
          <p:cNvSpPr/>
          <p:nvPr/>
        </p:nvSpPr>
        <p:spPr>
          <a:xfrm>
            <a:off x="4667829" y="41563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510C7E8-9470-55EF-F60C-0027D736ACC9}"/>
              </a:ext>
            </a:extLst>
          </p:cNvPr>
          <p:cNvSpPr/>
          <p:nvPr/>
        </p:nvSpPr>
        <p:spPr>
          <a:xfrm>
            <a:off x="4141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F89CAE03-19AF-D501-A58B-7B97AAAC8D6E}"/>
              </a:ext>
            </a:extLst>
          </p:cNvPr>
          <p:cNvSpPr/>
          <p:nvPr/>
        </p:nvSpPr>
        <p:spPr>
          <a:xfrm>
            <a:off x="5157356" y="485370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622BA66B-8934-F0A1-0402-7C631D847760}"/>
              </a:ext>
            </a:extLst>
          </p:cNvPr>
          <p:cNvSpPr/>
          <p:nvPr/>
        </p:nvSpPr>
        <p:spPr>
          <a:xfrm>
            <a:off x="4141356" y="5551046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BCF3BDF0-687D-E76D-CAB5-1CDAA5F4EC5E}"/>
              </a:ext>
            </a:extLst>
          </p:cNvPr>
          <p:cNvSpPr/>
          <p:nvPr/>
        </p:nvSpPr>
        <p:spPr>
          <a:xfrm>
            <a:off x="5157356" y="5551046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C0763E3E-9E3D-0F57-D113-0E5543F2F60A}"/>
              </a:ext>
            </a:extLst>
          </p:cNvPr>
          <p:cNvSpPr/>
          <p:nvPr/>
        </p:nvSpPr>
        <p:spPr>
          <a:xfrm>
            <a:off x="5157356" y="623714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7A0CFAE9-C90C-C5F0-A484-2C7CFA0A0A8C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flipH="1">
            <a:off x="4968011" y="4059386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31301DEC-BC3B-7DA8-2BB2-81E4E161E15A}"/>
              </a:ext>
            </a:extLst>
          </p:cNvPr>
          <p:cNvCxnSpPr>
            <a:stCxn id="136" idx="3"/>
            <a:endCxn id="137" idx="0"/>
          </p:cNvCxnSpPr>
          <p:nvPr/>
        </p:nvCxnSpPr>
        <p:spPr>
          <a:xfrm flipH="1">
            <a:off x="4441538" y="4668806"/>
            <a:ext cx="314212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9D19E9C5-0E91-DBC6-FF76-B4C95CEB19C9}"/>
              </a:ext>
            </a:extLst>
          </p:cNvPr>
          <p:cNvCxnSpPr>
            <a:stCxn id="136" idx="5"/>
            <a:endCxn id="138" idx="0"/>
          </p:cNvCxnSpPr>
          <p:nvPr/>
        </p:nvCxnSpPr>
        <p:spPr>
          <a:xfrm>
            <a:off x="5180271" y="4668806"/>
            <a:ext cx="277267" cy="184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6FF2EE31-A9D6-B2FC-A7A2-0197F94517B3}"/>
              </a:ext>
            </a:extLst>
          </p:cNvPr>
          <p:cNvCxnSpPr>
            <a:stCxn id="137" idx="4"/>
            <a:endCxn id="139" idx="0"/>
          </p:cNvCxnSpPr>
          <p:nvPr/>
        </p:nvCxnSpPr>
        <p:spPr>
          <a:xfrm>
            <a:off x="4441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6FC15301-82BA-E870-9226-7DE4C0EFE5BF}"/>
              </a:ext>
            </a:extLst>
          </p:cNvPr>
          <p:cNvCxnSpPr>
            <a:stCxn id="138" idx="4"/>
            <a:endCxn id="140" idx="0"/>
          </p:cNvCxnSpPr>
          <p:nvPr/>
        </p:nvCxnSpPr>
        <p:spPr>
          <a:xfrm>
            <a:off x="5457538" y="5454068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6F70FD2F-0FEA-5C4B-9F9B-720114D07B87}"/>
              </a:ext>
            </a:extLst>
          </p:cNvPr>
          <p:cNvCxnSpPr>
            <a:stCxn id="140" idx="4"/>
            <a:endCxn id="141" idx="0"/>
          </p:cNvCxnSpPr>
          <p:nvPr/>
        </p:nvCxnSpPr>
        <p:spPr>
          <a:xfrm>
            <a:off x="5457538" y="6151409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55174BD5-7F8C-64A0-7F80-B079B2BF7AFF}"/>
              </a:ext>
            </a:extLst>
          </p:cNvPr>
          <p:cNvCxnSpPr>
            <a:stCxn id="8" idx="6"/>
            <a:endCxn id="135" idx="0"/>
          </p:cNvCxnSpPr>
          <p:nvPr/>
        </p:nvCxnSpPr>
        <p:spPr>
          <a:xfrm>
            <a:off x="4535059" y="3255821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930F3381-AC7B-A9F5-7B16-1EFE639DD7B8}"/>
              </a:ext>
            </a:extLst>
          </p:cNvPr>
          <p:cNvSpPr/>
          <p:nvPr/>
        </p:nvSpPr>
        <p:spPr>
          <a:xfrm>
            <a:off x="9254836" y="2520520"/>
            <a:ext cx="2324102" cy="36308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~</a:t>
            </a:r>
            <a:r>
              <a:rPr lang="ko-KR" altLang="en-US" sz="2400" dirty="0"/>
              <a:t>단어 목록</a:t>
            </a:r>
            <a:r>
              <a:rPr lang="en-US" altLang="ko-KR" dirty="0"/>
              <a:t>~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APP</a:t>
            </a:r>
          </a:p>
          <a:p>
            <a:pPr algn="ctr"/>
            <a:r>
              <a:rPr lang="en-US" altLang="ko-KR" dirty="0"/>
              <a:t>APPLE</a:t>
            </a:r>
          </a:p>
          <a:p>
            <a:pPr algn="ctr"/>
            <a:r>
              <a:rPr lang="en-US" altLang="ko-KR" dirty="0"/>
              <a:t>APPLY</a:t>
            </a:r>
          </a:p>
          <a:p>
            <a:pPr algn="ctr"/>
            <a:r>
              <a:rPr lang="en-US" altLang="ko-KR" dirty="0"/>
              <a:t>BAN</a:t>
            </a:r>
          </a:p>
          <a:p>
            <a:pPr algn="ctr"/>
            <a:r>
              <a:rPr lang="en-US" altLang="ko-KR" dirty="0"/>
              <a:t>BANANA</a:t>
            </a:r>
          </a:p>
          <a:p>
            <a:pPr algn="ctr"/>
            <a:r>
              <a:rPr lang="en-US" altLang="ko-KR" dirty="0"/>
              <a:t>BLACK</a:t>
            </a:r>
          </a:p>
          <a:p>
            <a:pPr algn="ctr"/>
            <a:r>
              <a:rPr lang="en-US" altLang="ko-KR" dirty="0"/>
              <a:t>BLAZER</a:t>
            </a:r>
          </a:p>
          <a:p>
            <a:pPr algn="ctr"/>
            <a:r>
              <a:rPr lang="en-US" altLang="ko-KR" dirty="0"/>
              <a:t>TAG</a:t>
            </a:r>
          </a:p>
          <a:p>
            <a:pPr algn="ctr"/>
            <a:r>
              <a:rPr lang="en-US" altLang="ko-KR" dirty="0"/>
              <a:t>TAIL</a:t>
            </a:r>
          </a:p>
          <a:p>
            <a:pPr algn="ctr"/>
            <a:r>
              <a:rPr lang="en-US" altLang="ko-KR" dirty="0"/>
              <a:t>TALL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515595D-CAAA-DA94-5CE9-B56CD965A14F}"/>
              </a:ext>
            </a:extLst>
          </p:cNvPr>
          <p:cNvSpPr/>
          <p:nvPr/>
        </p:nvSpPr>
        <p:spPr>
          <a:xfrm rot="3844029">
            <a:off x="2040557" y="3195615"/>
            <a:ext cx="870534" cy="203241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E5C03-C5DD-969C-E7A7-64E62573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929183-0A80-D870-C932-798C4020F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확실히 이론적인 시간 복잡도가 좋아 보임</a:t>
            </a:r>
            <a:endParaRPr lang="en-US" altLang="ko-KR" dirty="0"/>
          </a:p>
          <a:p>
            <a:pPr lvl="1"/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탐색</a:t>
            </a:r>
            <a:r>
              <a:rPr lang="en-US" altLang="ko-KR" dirty="0"/>
              <a:t>, </a:t>
            </a:r>
            <a:r>
              <a:rPr lang="ko-KR" altLang="en-US" dirty="0"/>
              <a:t>삭제 모두 딱 문자열의 길이만큼 </a:t>
            </a:r>
            <a:r>
              <a:rPr lang="en-US" altLang="ko-KR" dirty="0"/>
              <a:t>O(|S|)</a:t>
            </a:r>
          </a:p>
          <a:p>
            <a:endParaRPr lang="en-US" altLang="ko-KR" dirty="0"/>
          </a:p>
          <a:p>
            <a:r>
              <a:rPr lang="ko-KR" altLang="en-US" dirty="0"/>
              <a:t>이진 검색 트리였다면</a:t>
            </a:r>
            <a:r>
              <a:rPr lang="en-US" altLang="ko-KR" dirty="0"/>
              <a:t>…?</a:t>
            </a:r>
          </a:p>
          <a:p>
            <a:pPr lvl="1"/>
            <a:r>
              <a:rPr lang="ko-KR" altLang="en-US" dirty="0"/>
              <a:t>각 노드를 기준으로 왼</a:t>
            </a:r>
            <a:r>
              <a:rPr lang="en-US" altLang="ko-KR" dirty="0"/>
              <a:t>(</a:t>
            </a:r>
            <a:r>
              <a:rPr lang="ko-KR" altLang="en-US" dirty="0"/>
              <a:t>작은 값</a:t>
            </a:r>
            <a:r>
              <a:rPr lang="en-US" altLang="ko-KR" dirty="0"/>
              <a:t>) – </a:t>
            </a:r>
            <a:r>
              <a:rPr lang="ko-KR" altLang="en-US" dirty="0"/>
              <a:t>오른</a:t>
            </a:r>
            <a:r>
              <a:rPr lang="en-US" altLang="ko-KR" dirty="0"/>
              <a:t>(</a:t>
            </a:r>
            <a:r>
              <a:rPr lang="ko-KR" altLang="en-US" dirty="0"/>
              <a:t>큰 값</a:t>
            </a:r>
            <a:r>
              <a:rPr lang="en-US" altLang="ko-KR" dirty="0"/>
              <a:t>)</a:t>
            </a:r>
            <a:r>
              <a:rPr lang="ko-KR" altLang="en-US" dirty="0"/>
              <a:t>을 배치해서 한 번 탐색할 때마다 검색 범위를 반으로 줄이는 형태 </a:t>
            </a:r>
            <a:r>
              <a:rPr lang="en-US" altLang="ko-KR" dirty="0"/>
              <a:t>----</a:t>
            </a:r>
            <a:r>
              <a:rPr lang="en-US" altLang="ko-KR" dirty="0">
                <a:sym typeface="Wingdings" panose="05000000000000000000" pitchFamily="2" charset="2"/>
              </a:rPr>
              <a:t>-- O(log2N)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해시였다면 삽입</a:t>
            </a:r>
            <a:r>
              <a:rPr lang="en-US" altLang="ko-KR" dirty="0"/>
              <a:t>, </a:t>
            </a:r>
            <a:r>
              <a:rPr lang="ko-KR" altLang="en-US" dirty="0"/>
              <a:t>탐색 삭제가 모두 </a:t>
            </a:r>
            <a:r>
              <a:rPr lang="en-US" altLang="ko-KR" dirty="0"/>
              <a:t>O(1) </a:t>
            </a:r>
            <a:r>
              <a:rPr lang="ko-KR" altLang="en-US" dirty="0"/>
              <a:t>아닌가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문자열을 키로 사용하면 일단 문자열의 모든 문자를 훑어서 해시코드 만듦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최소 </a:t>
            </a:r>
            <a:r>
              <a:rPr lang="en-US" altLang="ko-KR" dirty="0">
                <a:sym typeface="Wingdings" panose="05000000000000000000" pitchFamily="2" charset="2"/>
              </a:rPr>
              <a:t>O(|S|) </a:t>
            </a:r>
            <a:r>
              <a:rPr lang="ko-KR" altLang="en-US" dirty="0">
                <a:sym typeface="Wingdings" panose="05000000000000000000" pitchFamily="2" charset="2"/>
              </a:rPr>
              <a:t>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96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3998-0EE7-216D-4510-1451ED4A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5346C-4F07-AAAF-93A5-4B95A648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트라이 알고리즘 정의와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B94E04-6B4F-E765-B118-94E907E8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그럼에도 불구하고 트라이가 유리한 상황은</a:t>
            </a:r>
            <a:r>
              <a:rPr lang="en-US" altLang="ko-KR" dirty="0"/>
              <a:t>? “</a:t>
            </a:r>
            <a:r>
              <a:rPr lang="ko-KR" altLang="en-US" b="1" u="sng" dirty="0">
                <a:solidFill>
                  <a:srgbClr val="FF0000"/>
                </a:solidFill>
              </a:rPr>
              <a:t>접두사 기반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자동완성처럼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그러나</a:t>
            </a:r>
            <a:r>
              <a:rPr lang="en-US" altLang="ko-KR" dirty="0"/>
              <a:t>… </a:t>
            </a:r>
            <a:r>
              <a:rPr lang="ko-KR" altLang="en-US" dirty="0"/>
              <a:t>트라이는 메모리를 아주 많이 차지하게 됨</a:t>
            </a:r>
            <a:endParaRPr lang="en-US" altLang="ko-KR" dirty="0"/>
          </a:p>
          <a:p>
            <a:r>
              <a:rPr lang="ko-KR" altLang="en-US" dirty="0"/>
              <a:t>메모리 사용량 병목 가능성</a:t>
            </a:r>
          </a:p>
        </p:txBody>
      </p:sp>
    </p:spTree>
    <p:extLst>
      <p:ext uri="{BB962C8B-B14F-4D97-AF65-F5344CB8AC3E}">
        <p14:creationId xmlns:p14="http://schemas.microsoft.com/office/powerpoint/2010/main" val="22855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7ADAE-BD0F-1DB4-EC84-776B64BD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0A544-23C8-52E7-CCEA-6706FC0C2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이론적으로는 트라이 시간 복잡도가 좋아 보이나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실제 </a:t>
            </a:r>
            <a:r>
              <a:rPr lang="en-US" altLang="ko-KR" dirty="0"/>
              <a:t>“</a:t>
            </a:r>
            <a:r>
              <a:rPr lang="ko-KR" altLang="en-US" dirty="0"/>
              <a:t>구현</a:t>
            </a:r>
            <a:r>
              <a:rPr lang="en-US" altLang="ko-KR" dirty="0"/>
              <a:t>”</a:t>
            </a:r>
            <a:r>
              <a:rPr lang="ko-KR" altLang="en-US" dirty="0"/>
              <a:t>은 생각보다 느리게 동작 </a:t>
            </a:r>
            <a:r>
              <a:rPr lang="en-US" altLang="ko-KR" dirty="0"/>
              <a:t>(</a:t>
            </a:r>
            <a:r>
              <a:rPr lang="ko-KR" altLang="en-US" dirty="0"/>
              <a:t>추후 살펴보자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트라이는 삽입</a:t>
            </a:r>
            <a:r>
              <a:rPr lang="en-US" altLang="ko-KR" dirty="0"/>
              <a:t>, </a:t>
            </a:r>
            <a:r>
              <a:rPr lang="ko-KR" altLang="en-US" dirty="0"/>
              <a:t>탐색</a:t>
            </a:r>
            <a:r>
              <a:rPr lang="en-US" altLang="ko-KR" dirty="0"/>
              <a:t>, </a:t>
            </a:r>
            <a:r>
              <a:rPr lang="ko-KR" altLang="en-US" dirty="0"/>
              <a:t>삭제 모든 연산에 대해</a:t>
            </a: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정점</a:t>
            </a:r>
            <a:r>
              <a:rPr lang="en-US" altLang="ko-KR" dirty="0"/>
              <a:t>”</a:t>
            </a:r>
            <a:r>
              <a:rPr lang="ko-KR" altLang="en-US" dirty="0"/>
              <a:t>을 옮겨 다님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 </a:t>
            </a:r>
            <a:r>
              <a:rPr lang="ko-KR" altLang="en-US" dirty="0"/>
              <a:t>모두 문자열 순서대로 탐색하고 마지막 글자 별도 표시</a:t>
            </a:r>
          </a:p>
        </p:txBody>
      </p:sp>
    </p:spTree>
    <p:extLst>
      <p:ext uri="{BB962C8B-B14F-4D97-AF65-F5344CB8AC3E}">
        <p14:creationId xmlns:p14="http://schemas.microsoft.com/office/powerpoint/2010/main" val="357388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3852E-E4BC-6AC7-AECD-916FCCE3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EA3E7-5728-90E4-E555-0B5D1DF3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70230B-5D98-52B9-08E0-7ACDFDEA0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 </a:t>
            </a:r>
            <a:r>
              <a:rPr lang="en-US" altLang="ko-KR" dirty="0"/>
              <a:t>– APPLE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57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CFC6-B11E-543D-0901-4390DB2F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471E4-CC18-AE41-C4B7-4646EE59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898B6-738A-22B4-5581-1075E1A97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10F407E-D95C-1200-042D-DE3481E22B5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211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774D-00C2-CE43-A127-264E2A6B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B0E50-9CD4-9E37-21B6-6B74DAEF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866E2-D176-F524-9823-A8A2B6178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DD73650-EEEC-4FD2-F25C-C0653F8F50E9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775559B-B573-34FF-DCBF-1D76211C0FE2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2744D2-B283-C463-F7CE-1FB6E09CB5D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12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8C28-6A5D-419E-7286-7312D03A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08CE2-0715-9846-4C1C-5C28336F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1D85E-646F-83B3-77AB-6AC52268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9537C0D-868B-1E83-7664-0A19EBB01D61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5C1322D-451C-8EB0-852C-0AF660E70435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37A5AB3-A690-338E-EE40-1FFD384C5620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3793F59-B000-BCE9-C8B8-4C61A8797A5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B15C130-7E0E-4D30-BB9D-F2A36516B947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297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34D4-E8B4-3B3D-A23E-791EE931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AADCA-0BA9-C1E8-B104-D51C4AE7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51F88-13D1-25B9-CE16-613D1F129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76E9AE-F92B-1EBB-EC60-8BF6374D2965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5056375-2811-D77C-7E17-19586C14AF61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CD0F170-2F24-F089-D4CD-0C704897BA74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DBD5523-F279-5ECB-4948-431B592EE65A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FFA897-B4AC-E31B-2534-548DF0FCAAE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F097FD-0986-A448-A017-C1F174851020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1F01D92-0383-2FC1-2F51-3257F446D6F2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911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4F2D-2E8F-92BF-5987-695AAE82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43370-BCFA-58EA-B84F-41C4625F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B5AD2-C0AC-84DC-DF75-28C064F95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9DF2EDF-6AAA-BA1A-3A7F-58479E15EA4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74EF844-16DB-B2EA-C270-6C12341D3415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9AC9279-9343-83CC-B4BA-E55D9E8FC0E8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C1CCEFE-F0CC-DC83-57ED-1744CBF0E63F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354D42B-81AA-7262-4B5F-28268015C211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D1B05F5-83A5-9FF5-2381-502FAC952766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169E7B-5841-3418-1EB9-F64B5F1138FD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A8B547D-B8BC-A247-B7D5-B2A67DAD3FBA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588433-FE60-B13A-0CD1-217B34D2A7D3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967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5481-B652-2945-EEF8-85948BC8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FD6CB-CE7B-31C0-4C7E-35A082E6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86573-C0DD-B581-706C-BD6F6F7E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24A37D2-66EB-2577-799A-87D05BFF2C0D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A8DDCE8-BC5E-47A9-253D-18DBDF2874BF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AFFD8E8-48A4-24E1-156C-489CCC6F70D0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70CF3AF-9C39-3244-5D25-6DA8D288CBCF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1990AF2-0B62-C3CF-C4DA-0CC4EDC5DDCB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33EC11A-25B4-A3B7-7DE5-C016DE323D09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2803D6-A7A1-D600-97C9-EF75B2935373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C20E3A2-0562-D845-17B1-4A3E48539D22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10B18F2-B935-0A27-3857-1CF381C078DB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213C9E5-958B-2549-3327-53B39F0D4131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F5E618-5158-662D-5C3A-9487918654F4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2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99F-18BC-E3BA-8806-63857381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78CA6-3EDF-11E3-6C5F-696904BE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AAFC9A-DB8C-0868-702E-751FB32F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926A739-72DF-24AD-AD06-8FF41B217B89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2978D99-7E17-C887-A23C-438C3EA761A9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EC42C35-66EF-C2D1-A61A-3B64D69844A3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11F3657-CECF-3AC5-0076-44C5886CC063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A6B8577-A59F-6C7E-486D-096F70EEE183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32FCAD-A344-E97F-1C64-AE0A1AC370AC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981FA72-F249-AA34-22CE-0B3C739EBD9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CBB0BA-0B1C-8213-36DE-2536760E416A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3B723FE-9FBF-D09C-89A1-B4C137F55B37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C5B7372-614B-4643-E288-7B725C4D7902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A24F9BA-9384-8B30-C216-E7F83B1CF7A8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ED6620C-68CA-9635-3BFB-D2241D899317}"/>
              </a:ext>
            </a:extLst>
          </p:cNvPr>
          <p:cNvSpPr txBox="1"/>
          <p:nvPr/>
        </p:nvSpPr>
        <p:spPr>
          <a:xfrm>
            <a:off x="6336807" y="3936222"/>
            <a:ext cx="58551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/>
              <a:t>이 상태에서</a:t>
            </a:r>
            <a:endParaRPr lang="en-US" altLang="ko-KR" sz="3600" dirty="0"/>
          </a:p>
          <a:p>
            <a:r>
              <a:rPr lang="en-US" altLang="ko-KR" sz="3600" dirty="0"/>
              <a:t>APPLY </a:t>
            </a:r>
            <a:r>
              <a:rPr lang="ko-KR" altLang="en-US" sz="3600" dirty="0"/>
              <a:t>를 삽입하고 싶으면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06329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F6D9-DE81-4FEA-8260-4A93FA23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AF916-92C3-3F9E-80B6-DEACF51EC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D2917F-C630-17A2-D542-512A9097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 </a:t>
            </a:r>
            <a:r>
              <a:rPr lang="en-US" altLang="ko-KR" dirty="0"/>
              <a:t>– APPLY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8193E0B-F810-F302-825C-1303EF03CCD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A5FCE83-6F27-E100-00D7-E2B8C11A7886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7E2B92B-E471-6F7B-BDD4-8565AAC0D74C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52DA08A-9D0C-A44C-36FA-6FA56A52D3C1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6BD417D-8A19-848F-3CED-8038D3FED478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6C0CADC-2BF0-BD90-D742-CD85F17A822B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2EE8D1E-7FAC-E5DE-6478-153608AF2E1F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5EB5B9D-BA7C-9C9F-3FBF-4EA78B5389C5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EE389E7-FE02-5093-78FC-683B526EFDBC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5762660-142F-85F0-72BB-D2EBAC03437B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C73E850-8B12-486C-73CF-DF2202F57078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857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FE47-F81F-6147-DE34-748163A6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C6645-F45B-842C-E224-44F42BFF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039A4-286B-6B4D-C981-73A462697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922F189-C1BD-8D72-6B45-504460E94B98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3082C26-B31C-0E5C-3D4E-D2D7B15C9ADC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3D5F79D-0C17-EA89-06DD-50399DB692B9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C0D6F18-ED30-70E9-DB97-DA23CDE5DED7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035116E-9C4A-7D91-C16C-64F17396A9D5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1A64F99-1775-BD48-5C12-3EE796585EC2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1A95F43-9B6E-C4C3-4A4C-DA47F50DA71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90B292C-BD65-D45E-0D74-C8A2BA4F7F5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32613D4-37DD-A209-7773-4D7A47010752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5A71DC2-F0A7-3A22-FF97-AFEB876A8109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DE51136-8D9E-8DCB-0C25-87987B3BE9F9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360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91DF-CA5E-C6AB-1AA6-747BE60C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9EB8D-C326-5C75-C12E-9CB25AA2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82A31-6FFC-A723-B456-C169F5E7F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4A34305-CC55-1DB9-8416-49DA087300D8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3D96854-E0F3-ADDA-8FCA-8EC6537C8001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4B8E6EA-7CD4-6711-565B-A4F71B9BDE62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5D78849-CD48-CFB1-1673-D27C033B4975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B123390-6C36-E3E3-A467-F6750F488C79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C9CB536-8A55-1946-A23C-F4E5FB673630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7689D9-6269-950D-DCF4-7E7C976746B2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1430919-072C-7372-2027-F55BDAD87469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878BF6A-4AE4-B08C-9FE6-DBBD0B52F03A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E52DC4-FC24-5E54-6B0F-831750413E01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E3557B6-B650-9AC2-2C41-D7444AC24AFE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11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84A0-4BC1-55D8-6334-9DE9F86A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08F62-5534-60E3-FFBF-DB18EF02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57F9E-2E39-92D6-EE89-E414BCC25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58718BA-0B70-3DBC-3AEE-26A0DDF425FA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E3D6AD1-8088-FC3B-0EFA-7D6C08135614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3E8B04-5878-B6F1-C138-75CFC3546017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058957A-C460-364F-75A7-9297600B8AA6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3BBC5A8-91AF-8532-39A6-AE02A752897D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67ABA1D-2DFA-009F-2C7D-B2E4D434D9D8}"/>
              </a:ext>
            </a:extLst>
          </p:cNvPr>
          <p:cNvSpPr/>
          <p:nvPr/>
        </p:nvSpPr>
        <p:spPr>
          <a:xfrm>
            <a:off x="5606476" y="53542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4AECCBC-019C-0B6F-B4F6-DFAFBD59D4B6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A29B244-79FE-DB17-1DB2-1746820AFB9F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6D08A1-CB66-D7ED-C6AF-2544D7F0E0A7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7D19785-9C3C-3CA9-0649-2DAD624DE0CD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2E71E3B-781B-C11C-E36B-B41F8816EDF2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906658" y="5212265"/>
            <a:ext cx="1" cy="141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180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C945-2AF8-DC2F-C8B1-B5F92800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E4FAE-54A6-C452-4090-98E4B604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549F5-25E8-19D0-A3B9-9E13B036A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C78462A-4BDB-852B-15DE-D9F20D131643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B992720-5DCD-BE29-1B33-6B8870389925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0AAAF6-D2E2-1E6C-5F72-5A1E94E3F411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755E655-6757-13D1-2D04-796AC9D19F07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1B8F444-ECE5-8B0A-27ED-AC38A31E6375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48E2B1D-5FF5-1A77-CBEC-396AB4767C94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1EB2694-76CF-429F-F140-3DC6DA1434A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B8362CA-3B8F-7F7E-CD7F-E9EBB17ED46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662BE6E-7C76-6B88-D274-71C5C6E58A78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6592FD-ED12-1ED5-9B21-9BC73A1F2848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FDD8A03-1B3A-05F7-6B77-61B99214B223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2076F277-A962-7832-4121-C2D07ABDFC38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F1BB63-CEE3-BC6E-C32D-4C4783534650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5F0666-E74E-E614-56BC-60969180F834}"/>
              </a:ext>
            </a:extLst>
          </p:cNvPr>
          <p:cNvSpPr txBox="1"/>
          <p:nvPr/>
        </p:nvSpPr>
        <p:spPr>
          <a:xfrm>
            <a:off x="6336807" y="3936222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/>
              <a:t>APP</a:t>
            </a:r>
            <a:r>
              <a:rPr lang="ko-KR" altLang="en-US" sz="3600" dirty="0"/>
              <a:t> 이 들어오면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026352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9E67-7566-127B-E543-816A0FA2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C17D5-5E4C-6CDD-90B5-E62E5029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20A0B-63ED-18D0-0DCC-081596821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 </a:t>
            </a:r>
            <a:r>
              <a:rPr lang="en-US" altLang="ko-KR" dirty="0"/>
              <a:t>– APP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558A270-081C-3D52-BF55-479CA9A0D0FB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5823490-BC02-0A9A-C883-54CCF848C47A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E4DFC7F-8706-CAFF-95EE-B95A20E5E59A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596F196-4E84-3D40-17D1-A2D9E93AAC3D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8057DFC-4935-F1C4-D283-9E2B32871425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0E22859-9E54-BA9D-05D3-EC4F4028ED6E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AC202E-383E-9134-6AD4-C17D5F751FB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3149BC2-3A67-1789-2EF0-4F5198F551D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2C62596-D1E9-C67C-88A2-97B2B933FEF8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600345D-83F3-B5F6-AD39-3B3B2F57A010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6BFCFC-F4B6-2B2F-91F9-B7D504C243B3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A1DFEF94-5755-8676-83EC-E830D62D0D3B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97331A1-F7D8-164B-23D3-BCBD4559B0CE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845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AFE3-93EC-C0DB-3781-0FE8DC19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18E27-C665-5FC0-733A-5CCCAB4B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304F4B-F950-1018-84CB-778D2E930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01FDECB-7C80-6FB2-D9FB-9232D301295F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8EFF553-DB41-444C-1C2E-4AAC78BFF792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E64816A-3620-C33A-D2FC-9A365620B7D0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66B0919-B3BB-C9C9-F3C6-04A2D8BC1BE7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1EE6027-64CE-05B9-FCA7-759503802B1D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8AC91CC-ABB0-9A6D-FD3D-3B99014F9678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B45F156-A34F-EF37-F920-74E04B90BA13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C5E936-E396-BFE1-6619-85171E584F2A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2C011CE-1EA4-B767-D32E-721311C3D83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B85C6F7-2B06-EE83-3004-3BAA1DBAAC8C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4440F46-D8F2-291F-35C2-598923150255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4A1610EB-14C6-77D7-5243-648BD88A8876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750FF1-0B2A-CB16-7EE6-40E37AA5E478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192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7820-DDDB-542F-E67E-755E61EE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97354-6FD3-DCEB-0EC4-399EB040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0CAA2-9424-AD79-B7C9-9183DE31A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6E28142-87F4-4B76-FC34-2527EA097A86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2B029BE-BE0E-6C4E-0CB4-44B9C448B5A8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EB94EF3-2134-95B7-0333-629C99AF8A0D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59F81BE-025E-A05A-CC29-85FB9EC31ED4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99A9B5B-2358-E8CC-E969-EF3CF79CA378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4122E0C-9A21-7039-914B-021526806F5C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722E8A-14D9-8E9A-0498-3C638127D6AE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07FEAC1-9847-34FE-3C69-8B202AE4F51E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57BB106-71A5-85B4-A7C1-2CD6C97B93C7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2164F1-7D42-18B5-E0DA-55CCC6ABDB86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72B901F-A9AC-6BE1-611B-5AEEC4074870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D8BD6870-8D3D-A60B-8CCD-3947A1D40C75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96B0826-2A09-4BE3-BA36-362C6EEF76FD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901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511-6FAF-B2F2-68AF-34F59610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ACD74-19CF-B8F8-631A-AEF18697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1F4E6-6F91-E45B-23B3-3929C4D8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삽입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54CF5AA-7174-FB93-A8E8-F192B685F065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F36F50C-5020-970E-4568-4915C3CCE626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E42C3D-A3A1-AD4E-FE80-5262E7FCF851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B0B257-1D0C-376D-1A75-1FF64D7CAEB8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5080B33-C70A-1F0C-42C0-5BF7F067D848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CCEDBF7-AE99-B7DC-AFA1-3360A9B912B2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0C43263-9A53-2DE8-0FE0-E48AEA411FF7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2CF3141-0EAB-E1B2-52D8-244DDB3BC88B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A5BA87F-8893-A2EA-C9C4-D5A8B5465BCD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5BA6AB-C0A8-C725-B971-E72E7D963F8C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AFFAEB6-FA89-CCD0-7550-2007560004AC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B31AEB6E-128B-1BFC-18EE-124720657F50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658403C-50BD-4D95-1786-0EAF516021FA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587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C4FC-6B0E-4AA0-E687-1082CCB7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D6B5A-F854-731F-9A92-48B79087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F5E31-E9C4-A940-0EBE-BA2B009EB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 </a:t>
            </a:r>
            <a:r>
              <a:rPr lang="en-US" altLang="ko-KR" dirty="0"/>
              <a:t>– APP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F5E200-DCD9-DA7B-1477-DD7D997F0FD2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D9A7315-20E6-15E9-9331-3D87F4F0CF0E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32CD1E-F3E7-CF5F-53CC-C83DA645384A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D905558-D69A-8F69-468D-08C68670484A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6EB5048-6546-31C6-E3FC-B9CE0A0BE4A5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16BAD07-908A-7D3A-F79D-83E158834D1E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8A2B31-648C-8C0F-87D9-88EDDD8AA8F8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15FBBEC-2BCB-0E29-E248-D9853A486FA1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3FB859-70C1-64B2-F725-B8252F8E6324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34310A-5CA5-E2DD-7FF2-B007D66DBADB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AD05FF7-E5AF-8F1F-A24C-2734A11ABDA2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25549CC2-8220-8633-9E1F-0E227EFCAB31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FD5221-736E-92B7-474D-60BA2439510C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132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EAED-41A3-8BB6-27DD-CBA511DF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4222C-A2EB-95B7-24D5-6650BB72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F63BA-6793-0EFE-F7EF-3C9D5DE95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 </a:t>
            </a:r>
            <a:r>
              <a:rPr lang="en-US" altLang="ko-KR" dirty="0"/>
              <a:t>– APP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DCA73C7-5C3E-874F-3DC5-C01F0FE25588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F440B67-A214-1FF6-4F91-EB0D5A1F1E3B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D4D576D-581A-439E-7130-C8AEF3840C8E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A6B5BE0-F10C-7911-7795-8F1C2D4DA814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F87E07D-E1A6-4B88-41EA-0CC3A443CB4A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D75CA0A-4BE2-AAF0-EB3A-81A499081B73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76078E-A57B-CB1C-C8E7-83BE29D97630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10E3E6B-D8EC-FAD6-F49E-CF73578ED45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CA13607-F739-8251-2AC3-DB1114DB0AF4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8ECE651-F2A7-912F-F622-A39D1EB71C6A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DCC9045-7353-CDA8-B063-DC24538CFA68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24044AE-4E30-1F6A-5961-69EBD643EFDE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7D0E2E6-3BE4-2699-1042-F995BCBF330A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361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D51A-620B-9296-A770-9306A662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F3075-EE52-2101-1BF4-FCF41F39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53107-7477-395E-55B3-829477BBE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D6AD169-D051-37B9-7F26-6ADD1203E80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A805C1C-8D2E-DBB5-7BDE-50A04F8DE75A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4317434-82F8-0BD5-F8BD-D93C6F500A27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5D42C65-C407-3ACD-6DA1-CECBA612C7F4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3FE5F69-F906-74F7-78E1-DD3938CC1658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4332A46-3FA4-37F4-6797-3533B3D2F6C5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C9FAA2-C0F3-2220-5E13-A09572E5CAD7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B780361-DF3D-0E25-0272-A90CA9AF97A0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EAD3406-5488-6C99-0C07-020B4607713B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A8E3554-37B5-F397-6341-AEB9D9A2FD25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854DC12-823A-A9D4-0941-AD9BFDEE4140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E677C9AF-FCC8-45C6-C833-E6F7131B5851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636FB7F-8C95-DC85-1333-650294C07F55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71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BC89-E59C-4A44-7FA1-C22286C7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36D13-8778-06B9-9094-A8047E6C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690905-350E-18DF-ABB3-9292F8947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748A287-4404-21BA-53D9-47576F940B6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AE2EE33-31E6-0C8E-F87A-F53715870AE4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9D3DE15-07A7-5971-7BAA-774BECB4DECC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03A2B1F-F4FF-C90B-F5CA-80E9806F02B6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A8F8766-445C-DB6F-A4DE-1D27A7C4F289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C08155D-F718-6F76-296B-439D7773342C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CA43531-5D34-1EE2-4B67-06974CDAE95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6A218D7-66A9-BCF0-9B2D-6798C332B337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A6EADE7-7377-B125-25A3-6B02D73F653D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E72500-5BDB-5053-53CC-539BCA4D1E13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9E8AE0E-EDB5-5B23-2478-5F7C999EA5D1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811C0F53-647F-5F6A-03F2-412C17F35BFA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A69C308-6AB0-0148-4543-1A76F83CF35F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2BA7C95-57EF-8A1D-709F-2D494590452A}"/>
              </a:ext>
            </a:extLst>
          </p:cNvPr>
          <p:cNvSpPr/>
          <p:nvPr/>
        </p:nvSpPr>
        <p:spPr>
          <a:xfrm>
            <a:off x="6585524" y="3860510"/>
            <a:ext cx="2421316" cy="600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650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7030-D281-311F-AD55-38D07F7F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F9E02-6DFA-A78D-AA85-95202F90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1EB2-CD02-5B65-81CC-BEC91B61B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716A9FF-B83C-2CA0-2DA5-B73485BF6883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8A4F70F-A54C-EE65-DD93-8D0BE043B0CA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1EFE4D9-22DA-DFB8-B781-284DB9AEB00B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21A797-E5EA-16CD-06FE-722B40EB05F1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E3A69A-C3D1-8BB9-8B11-6415431320E5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56CD4EF-7232-3C11-4DD6-2335BF7F4258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AD5D69E-BE03-83F9-0EF3-4E686056A41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64EE29C-6CFE-5AEE-BEE3-14E49321A355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16A7B19-E28B-79EB-40CC-57EECC84840D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6214107-6238-FC95-E310-18B6146AA7BD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B5363B2-A656-953B-F4B9-6D563871A847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7B330783-3901-A089-39CB-DFF3A334F554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DC911F-F7E8-F8BB-9A60-900732936236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83A9EC-7FFD-B2DD-74F2-54011944F54C}"/>
              </a:ext>
            </a:extLst>
          </p:cNvPr>
          <p:cNvSpPr txBox="1"/>
          <p:nvPr/>
        </p:nvSpPr>
        <p:spPr>
          <a:xfrm>
            <a:off x="6336807" y="3936222"/>
            <a:ext cx="51251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/>
              <a:t>만약 애매하게 걸치지만</a:t>
            </a:r>
            <a:endParaRPr lang="en-US" altLang="ko-KR" sz="3600" dirty="0"/>
          </a:p>
          <a:p>
            <a:r>
              <a:rPr lang="ko-KR" altLang="en-US" sz="3600" dirty="0"/>
              <a:t>없는 글자라면</a:t>
            </a:r>
            <a:r>
              <a:rPr lang="en-US" altLang="ko-KR" sz="3600" dirty="0"/>
              <a:t>?</a:t>
            </a:r>
          </a:p>
          <a:p>
            <a:r>
              <a:rPr lang="en-US" altLang="ko-KR" sz="3600" dirty="0"/>
              <a:t>    e.g. AP </a:t>
            </a:r>
            <a:r>
              <a:rPr lang="ko-KR" altLang="en-US" sz="3600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546890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7CEE-82B4-B56D-3524-8C05F915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C9415-13AE-09E1-57F9-797C4ECD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40C78-1959-37EF-0970-02AC7E649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727759-8960-83DA-C207-B8D66F9AE64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77BA275-BBD9-3BE3-1492-F92E4002B5EB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DC19E85-D007-7C82-0481-9A7B78A27202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BE04E98-984B-6E74-1D5A-05493A568C2D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47B66B4-8E8E-1EA7-E777-458E230E01F3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328496E-0DD8-114C-98A2-722D8CE60AFB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0D82EDA-EE90-453E-31A0-10807DB953C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43E4CB3-E5EA-7C84-BC4A-1C65C4C7144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DD4800-4916-CECD-4BAF-E8F32D4EBC14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D3D2EDB-A2CC-D282-B28E-EEDA230F2BDA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DF3B50B-A700-BD65-A232-371728CD00E6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CC005B7B-7986-A19D-4628-519127ABD2E4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24CA471-9C19-2FCF-A7F9-CC9D1CA12351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2674DDDB-DA43-F5CD-D525-05C103CA84EB}"/>
              </a:ext>
            </a:extLst>
          </p:cNvPr>
          <p:cNvSpPr/>
          <p:nvPr/>
        </p:nvSpPr>
        <p:spPr>
          <a:xfrm>
            <a:off x="2540000" y="2854036"/>
            <a:ext cx="2958349" cy="10821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575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9BE7-11B7-F396-8925-BC044328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19AB1-93E1-E4E5-A6D2-DA9663FB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C6E77-A2BC-EBF5-9644-0AA87DB67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탐색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1FA3A25-1A3D-ACD4-498E-563CD5F6CA4A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25928E8-2E91-B25E-46EF-D8884D8D84FC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38D4814-A1F8-E796-B290-A68EDC51BF37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B357E99-5258-1B26-CF19-6B4ADD4AED23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F1D007F-6B61-B157-933A-93DEE39AB39C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DD0D1E8-2CF0-4B53-ED77-B78869534301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CA66B1A-5420-E12C-3432-8A9104951A31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18451E7-BD2A-F76D-4487-4657F8AA2F1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69267CB-561B-01A8-2BE5-968B6EB5D879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89DCE6-2385-D6A1-988F-B2BE8C8A78F6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91F07FF-5DDB-F602-69BF-6F214B2BC8E2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7207E3CF-4E6C-6F94-1607-B4D002C2C98A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B95B23-2A9D-DFDF-E8BB-1F701419DEA2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6BF6417-353B-6CD4-F132-CDCB8D276280}"/>
              </a:ext>
            </a:extLst>
          </p:cNvPr>
          <p:cNvSpPr/>
          <p:nvPr/>
        </p:nvSpPr>
        <p:spPr>
          <a:xfrm>
            <a:off x="2540000" y="2854036"/>
            <a:ext cx="2958349" cy="10821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6CEAF6E-BE83-9730-8A48-83F4CD4FF2B9}"/>
              </a:ext>
            </a:extLst>
          </p:cNvPr>
          <p:cNvSpPr/>
          <p:nvPr/>
        </p:nvSpPr>
        <p:spPr>
          <a:xfrm>
            <a:off x="7330614" y="3094947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04CA3C-1303-4B5C-0B18-26522FA44EF3}"/>
              </a:ext>
            </a:extLst>
          </p:cNvPr>
          <p:cNvSpPr txBox="1"/>
          <p:nvPr/>
        </p:nvSpPr>
        <p:spPr>
          <a:xfrm>
            <a:off x="8004248" y="3124131"/>
            <a:ext cx="3649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가 아니므로</a:t>
            </a:r>
            <a:endParaRPr lang="en-US" altLang="ko-KR" sz="3600" dirty="0"/>
          </a:p>
          <a:p>
            <a:r>
              <a:rPr lang="ko-KR" altLang="en-US" sz="3600" dirty="0"/>
              <a:t>없다</a:t>
            </a:r>
            <a:r>
              <a:rPr lang="en-US" altLang="ko-KR" sz="3600" dirty="0"/>
              <a:t>!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34442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D656-0E7B-019E-ABA5-8977A5E4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6D683-68DF-5C36-F92E-FD1D0953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D38022-928B-6BF2-C896-32FC0687C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 </a:t>
            </a:r>
            <a:r>
              <a:rPr lang="en-US" altLang="ko-KR" dirty="0"/>
              <a:t>- APP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E2DD084-81DD-37D9-7815-3A5FF9420883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E46A1B1-9414-91C1-C17C-140A84575BE5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3CAE3C5-6891-5FC6-9059-DB8968948C7E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FA3A55C-80DE-F343-D43E-F9C92E9796E3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7C549AC-415C-1824-CDD2-8808F8563A86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D11B11-E0E1-D9BE-4D4E-D870BBA489ED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867FC9-0D97-962E-2090-9C932B6E919A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A8E794B-F354-84D8-5A28-4B32FAE08FC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2A6214F-5DA2-3D62-6CCD-086EB3CF45E5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3582D11-7C99-250C-EB1E-2E87B2158090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7C9FFED-C5A2-44BB-FC25-CE7587F827F6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E7676703-7CA0-BB7A-47F7-4D2E217298FD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61D42E6-1A8F-E6C9-32FB-DF374E459C32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765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EFE1-D751-6229-6688-DAEFC76A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E7606-8B48-A3C7-7D70-AD5A83C5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E8B29-D0C7-B0D3-2689-F84CEEA2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8A05FCC-FD30-9BB6-1BF7-597B86E093E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AE29EEB-A47F-FC5A-F86B-623864F191B8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20548A1-F766-390A-513A-B1E8C4026DE9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D1CF234-7597-ECA7-EDE9-C99E2A2598C0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7BC0DF6-3C67-902F-9F13-9B5AC1083BCF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A8F959-9A43-612E-18D0-B4DBB7F885F6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F3C6666-F2CD-DE2B-6020-672463F2470B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406C66C-3D3D-F5F6-03C4-0A871CF29C4F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55729DA-8388-AA49-5C04-3BBB248FD7B4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B22E00-7C36-7C87-B736-C9819510E845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42FA313-4479-34C9-5FFF-1E554CDE22BD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1C91A9A0-C4C4-8BAE-ECC2-6063CC340845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415A240-F296-634B-F1C2-64FB77B173D6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389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54993-DECB-4F9C-920B-70FE7DF0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A27D8-F64D-7864-2D65-161F3211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AFB46-5B7B-4C9C-FDD8-63CE39B00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31819C2-8913-DA35-3C41-B0B84D428846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A11468D-9718-7C04-D011-68AC43366E5E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65C4745-CFF4-3955-AEFE-4475180B09B8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570F61D-CA73-6E77-D11C-3BD3F129E0E9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D700A05-285E-1BA9-5EEA-DC167FE739C6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FE2A40-DBF1-B1CA-FFBE-CBCDC3F83E3A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39ACA22-BEF7-790B-81D2-D650AE59395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8D0C10-CD6E-D498-0C8F-5D4E61B87592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0F4AE29-2446-6C63-2EE1-E742AD12166D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2FC3FFE-33F6-FBFE-7DC1-6811709C6B9D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BCF7E3F-A16F-4894-16A6-07A6D7922136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4B988C00-5A38-0505-54B0-66B54A7EC239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8B3B3BC-FF61-51C1-F3FF-D1B639EF69A1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28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2CE2-5C0C-88A5-020E-05A2B92A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34E08-C6B6-7B47-173E-4968313D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A112B-7DF7-F706-634A-AF3ACF1F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88BDEE2-F4CF-1423-6984-A03C2238EA65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B886D03-10B7-4521-992B-4FD9CC0C0420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EE4FEBB-B37F-44D0-871D-DD44E3C1DFB4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B70A2CA-791F-611D-D98B-95DE98CD4879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9CF669A-2122-75D8-6AE5-1040AF966FC7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AA1A7AD-9FC8-3C84-018A-2E0365F32E93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11C0D1-24E6-A489-8621-22A0263A5685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717E150-691B-15FA-F749-1CFD6D1BC76E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9BF29A-511C-5AAB-D538-222E68C94873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3A01F6-3CE1-E166-040E-E0D8E4D8BFB4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8DE4DCB-F805-1AF2-34B8-BF7DC4BB03A1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28A96EE7-9098-7231-8C73-88D4ECB2CC59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1F4399-8BAB-342D-C722-1D8DEE4CA16F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831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D488-6DBC-7758-A68C-245913CD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D6448-2BC0-1675-9B70-FE127541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3E3C0-ABF5-0B06-27AB-4C3209216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691B7D1-99B7-1C55-E93A-C3C0A0C79A5E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DF4A2DD-F9A1-4C12-33E9-ED73F97D7BE6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3E54BB1-5F8D-34C3-1A9F-E641E00ED9A1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6366F5-8275-BDFB-41B1-114F74C07F7E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8732CEB-B815-6503-6763-D2329AAFCFB8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4AD432-0A8D-4581-00DA-C5C7247EA81E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E15EC6-4023-A274-0DD1-2001B40F5481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624567-C8BB-8D46-0E27-6C8191107FB4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3FD446-C163-BF7C-F92B-8FC810DCC862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01B7C9F-80E1-FEBB-8154-250F1803C121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A31883D-2795-8D4F-9C53-536E04D58EB9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E176979B-3D6E-8CCF-A5D4-A7D2329C5904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D18C60F-E09C-68EF-CC7C-F13921C1B986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F09608B0-9125-5E09-1013-A6963F8EEFB6}"/>
              </a:ext>
            </a:extLst>
          </p:cNvPr>
          <p:cNvCxnSpPr>
            <a:cxnSpLocks/>
          </p:cNvCxnSpPr>
          <p:nvPr/>
        </p:nvCxnSpPr>
        <p:spPr>
          <a:xfrm flipV="1">
            <a:off x="6285342" y="2142836"/>
            <a:ext cx="2249058" cy="20042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5680BF-6A22-CA03-91FA-1126AFA56438}"/>
              </a:ext>
            </a:extLst>
          </p:cNvPr>
          <p:cNvSpPr txBox="1"/>
          <p:nvPr/>
        </p:nvSpPr>
        <p:spPr>
          <a:xfrm>
            <a:off x="8542266" y="1804160"/>
            <a:ext cx="364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노드 자체 제거</a:t>
            </a:r>
            <a:r>
              <a:rPr lang="en-US" altLang="ko-KR" sz="36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92864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EAE5-C37C-28B0-A9C3-605DC25D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40DC5-0331-61E7-9781-82BE42C6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C85417-3B1B-D8DE-6F13-07EE975F6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A27C50A-02C5-B3EC-EB8E-CABA8E267556}"/>
              </a:ext>
            </a:extLst>
          </p:cNvPr>
          <p:cNvSpPr/>
          <p:nvPr/>
        </p:nvSpPr>
        <p:spPr>
          <a:xfrm>
            <a:off x="5606478" y="161997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DBF3D7D-FA2C-6CBD-7154-1D695F94F426}"/>
              </a:ext>
            </a:extLst>
          </p:cNvPr>
          <p:cNvSpPr/>
          <p:nvPr/>
        </p:nvSpPr>
        <p:spPr>
          <a:xfrm>
            <a:off x="5606478" y="2366820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DDACFC3-DD23-A491-EDEB-79683C2889BF}"/>
              </a:ext>
            </a:extLst>
          </p:cNvPr>
          <p:cNvSpPr/>
          <p:nvPr/>
        </p:nvSpPr>
        <p:spPr>
          <a:xfrm>
            <a:off x="5606478" y="3113665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AE25127-7B81-6123-46C0-B395780EFE53}"/>
              </a:ext>
            </a:extLst>
          </p:cNvPr>
          <p:cNvSpPr/>
          <p:nvPr/>
        </p:nvSpPr>
        <p:spPr>
          <a:xfrm>
            <a:off x="5606477" y="3860510"/>
            <a:ext cx="600363" cy="60036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012E27A-A7A3-5AC4-96A2-1DFBC5198CAE}"/>
              </a:ext>
            </a:extLst>
          </p:cNvPr>
          <p:cNvSpPr/>
          <p:nvPr/>
        </p:nvSpPr>
        <p:spPr>
          <a:xfrm>
            <a:off x="5606477" y="461190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3A3A158-6723-644B-805C-A1F6C72BFA6B}"/>
              </a:ext>
            </a:extLst>
          </p:cNvPr>
          <p:cNvSpPr/>
          <p:nvPr/>
        </p:nvSpPr>
        <p:spPr>
          <a:xfrm>
            <a:off x="5306295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8486DC-1630-61F8-1D61-1117D99DE3E3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906660" y="2220338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26588A1-C2E9-04C7-471B-D1E2ABE3E256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906660" y="2967183"/>
            <a:ext cx="0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00B1001-F37F-E561-0A98-849DB2017BD1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906659" y="3714028"/>
            <a:ext cx="1" cy="146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2C95B2F-4E4D-8840-6AD2-AD83AE8C4801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5906659" y="4460873"/>
            <a:ext cx="0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1086C50-A46B-2F84-2E86-1CDDD5A57C92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 flipH="1">
            <a:off x="5606477" y="5212265"/>
            <a:ext cx="300182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B4D15C86-FCE9-4126-467C-F2D96F876EB5}"/>
              </a:ext>
            </a:extLst>
          </p:cNvPr>
          <p:cNvSpPr/>
          <p:nvPr/>
        </p:nvSpPr>
        <p:spPr>
          <a:xfrm>
            <a:off x="5985161" y="536329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C90C44B-E6D7-6835-6C1F-FF5AB12FB7E9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>
            <a:off x="5906659" y="5212265"/>
            <a:ext cx="378684" cy="151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292846D4-E51C-B77E-5E62-B5B9D1F776D2}"/>
              </a:ext>
            </a:extLst>
          </p:cNvPr>
          <p:cNvCxnSpPr>
            <a:cxnSpLocks/>
          </p:cNvCxnSpPr>
          <p:nvPr/>
        </p:nvCxnSpPr>
        <p:spPr>
          <a:xfrm flipV="1">
            <a:off x="6285342" y="2142836"/>
            <a:ext cx="2249058" cy="20042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F404067-80F3-1969-A112-6CC76A3AB058}"/>
              </a:ext>
            </a:extLst>
          </p:cNvPr>
          <p:cNvSpPr txBox="1"/>
          <p:nvPr/>
        </p:nvSpPr>
        <p:spPr>
          <a:xfrm>
            <a:off x="8542266" y="1804160"/>
            <a:ext cx="364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노드 자체 제거</a:t>
            </a:r>
            <a:r>
              <a:rPr lang="en-US" altLang="ko-KR" sz="3600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662B4-0ACE-65CE-5F71-8729B91C923C}"/>
              </a:ext>
            </a:extLst>
          </p:cNvPr>
          <p:cNvSpPr txBox="1"/>
          <p:nvPr/>
        </p:nvSpPr>
        <p:spPr>
          <a:xfrm>
            <a:off x="6955457" y="4282065"/>
            <a:ext cx="46985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삭제하더라도</a:t>
            </a:r>
            <a:endParaRPr lang="en-US" altLang="ko-KR" sz="2000" dirty="0"/>
          </a:p>
          <a:p>
            <a:r>
              <a:rPr lang="ko-KR" altLang="en-US" sz="2000" dirty="0"/>
              <a:t>정점들은 메모리에 여전히 남아있음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ym typeface="Wingdings" panose="05000000000000000000" pitchFamily="2" charset="2"/>
              </a:rPr>
              <a:t>삭제가 계속 발생하는 환경은 부적합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70628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98050-0ED3-2112-E3E9-4DBFC6C4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8900D-F593-22EC-75F7-020CCB0E3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2F2A8E-E71F-9D63-E75D-99CF944497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노드마다 번호 부여</a:t>
            </a:r>
            <a:endParaRPr lang="en-US" altLang="ko-KR" dirty="0"/>
          </a:p>
          <a:p>
            <a:pPr lvl="1"/>
            <a:r>
              <a:rPr lang="ko-KR" altLang="en-US" dirty="0"/>
              <a:t>루트</a:t>
            </a:r>
            <a:r>
              <a:rPr lang="en-US" altLang="ko-KR" dirty="0"/>
              <a:t>(1) </a:t>
            </a:r>
            <a:r>
              <a:rPr lang="ko-KR" altLang="en-US" dirty="0"/>
              <a:t>새로 정점 추가 </a:t>
            </a:r>
            <a:r>
              <a:rPr lang="en-US" altLang="ko-KR" dirty="0"/>
              <a:t>2, 3…</a:t>
            </a:r>
          </a:p>
          <a:p>
            <a:pPr lvl="1"/>
            <a:r>
              <a:rPr lang="ko-KR" altLang="en-US" dirty="0"/>
              <a:t>번호 부여는 </a:t>
            </a:r>
            <a:r>
              <a:rPr lang="en-US" altLang="ko-KR" dirty="0"/>
              <a:t>unuse</a:t>
            </a:r>
            <a:r>
              <a:rPr lang="ko-KR" altLang="en-US" dirty="0"/>
              <a:t>값 이용</a:t>
            </a:r>
            <a:endParaRPr lang="en-US" altLang="ko-KR" dirty="0"/>
          </a:p>
          <a:p>
            <a:r>
              <a:rPr lang="en-US" altLang="ko-KR" dirty="0"/>
              <a:t>MX</a:t>
            </a:r>
            <a:r>
              <a:rPr lang="ko-KR" altLang="en-US" dirty="0"/>
              <a:t>는 최대 등장 가능 글자 수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500</a:t>
            </a:r>
            <a:r>
              <a:rPr lang="ko-KR" altLang="en-US" dirty="0"/>
              <a:t>인 문자열 </a:t>
            </a:r>
            <a:r>
              <a:rPr lang="en-US" altLang="ko-KR" dirty="0"/>
              <a:t>10000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ko-KR" altLang="en-US" dirty="0"/>
              <a:t>루트가 </a:t>
            </a:r>
            <a:r>
              <a:rPr lang="en-US" altLang="ko-KR" dirty="0"/>
              <a:t>1</a:t>
            </a:r>
            <a:r>
              <a:rPr lang="ko-KR" altLang="en-US" dirty="0"/>
              <a:t>이라 </a:t>
            </a:r>
            <a:r>
              <a:rPr lang="en-US" altLang="ko-KR" dirty="0"/>
              <a:t>+5</a:t>
            </a:r>
            <a:r>
              <a:rPr lang="ko-KR" altLang="en-US" dirty="0"/>
              <a:t>정도 여유 둠</a:t>
            </a:r>
            <a:endParaRPr lang="en-US" altLang="ko-KR" dirty="0"/>
          </a:p>
          <a:p>
            <a:r>
              <a:rPr lang="en-US" altLang="ko-KR" dirty="0" err="1"/>
              <a:t>chk</a:t>
            </a:r>
            <a:r>
              <a:rPr lang="en-US" altLang="ko-KR" dirty="0"/>
              <a:t> </a:t>
            </a:r>
            <a:r>
              <a:rPr lang="ko-KR" altLang="en-US" dirty="0"/>
              <a:t>문자열의 끝 표시</a:t>
            </a:r>
            <a:r>
              <a:rPr lang="en-US" altLang="ko-KR" dirty="0"/>
              <a:t>(</a:t>
            </a:r>
            <a:r>
              <a:rPr lang="ko-KR" altLang="en-US" dirty="0"/>
              <a:t>초록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Nxt </a:t>
            </a:r>
            <a:r>
              <a:rPr lang="ko-KR" altLang="en-US" dirty="0"/>
              <a:t>각 정점에서 자식 정점 번호 의미</a:t>
            </a:r>
            <a:endParaRPr lang="en-US" altLang="ko-KR" dirty="0"/>
          </a:p>
          <a:p>
            <a:pPr lvl="1"/>
            <a:r>
              <a:rPr lang="ko-KR" altLang="en-US" dirty="0"/>
              <a:t>현재 알파벳 소문자 </a:t>
            </a:r>
            <a:r>
              <a:rPr lang="en-US" altLang="ko-KR" dirty="0"/>
              <a:t>26</a:t>
            </a:r>
            <a:r>
              <a:rPr lang="ko-KR" altLang="en-US" dirty="0"/>
              <a:t>개 할당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1B479C-07BC-8FC9-DF39-788C4992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1995"/>
            <a:ext cx="5181600" cy="39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74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4F01-280C-47C9-0637-294BCFB7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A2ACC-D0E3-E3DA-E097-7F739063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A2374-AC62-9C0A-FF2B-C74AF0410C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46FDF2-FABC-8114-1CB7-9316259194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노드마다 번호 부여</a:t>
            </a:r>
            <a:endParaRPr lang="en-US" altLang="ko-KR" dirty="0"/>
          </a:p>
          <a:p>
            <a:pPr lvl="1"/>
            <a:r>
              <a:rPr lang="ko-KR" altLang="en-US" dirty="0"/>
              <a:t>루트</a:t>
            </a:r>
            <a:r>
              <a:rPr lang="en-US" altLang="ko-KR" dirty="0"/>
              <a:t>(1) </a:t>
            </a:r>
            <a:r>
              <a:rPr lang="ko-KR" altLang="en-US" dirty="0"/>
              <a:t>새로 정점 추가 </a:t>
            </a:r>
            <a:r>
              <a:rPr lang="en-US" altLang="ko-KR" dirty="0"/>
              <a:t>2, 3…</a:t>
            </a:r>
          </a:p>
          <a:p>
            <a:pPr lvl="1"/>
            <a:r>
              <a:rPr lang="ko-KR" altLang="en-US" dirty="0"/>
              <a:t>번호 부여는 </a:t>
            </a:r>
            <a:r>
              <a:rPr lang="en-US" altLang="ko-KR" dirty="0"/>
              <a:t>unuse</a:t>
            </a:r>
            <a:r>
              <a:rPr lang="ko-KR" altLang="en-US" dirty="0"/>
              <a:t>값 이용</a:t>
            </a:r>
            <a:endParaRPr lang="en-US" altLang="ko-KR" dirty="0"/>
          </a:p>
          <a:p>
            <a:r>
              <a:rPr lang="en-US" altLang="ko-KR" dirty="0"/>
              <a:t>MX</a:t>
            </a:r>
            <a:r>
              <a:rPr lang="ko-KR" altLang="en-US" dirty="0"/>
              <a:t>는 최대 등장 가능 글자 수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500</a:t>
            </a:r>
            <a:r>
              <a:rPr lang="ko-KR" altLang="en-US" dirty="0"/>
              <a:t>인 문자열 </a:t>
            </a:r>
            <a:r>
              <a:rPr lang="en-US" altLang="ko-KR" dirty="0"/>
              <a:t>10000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ko-KR" altLang="en-US" dirty="0"/>
              <a:t>루트가 </a:t>
            </a:r>
            <a:r>
              <a:rPr lang="en-US" altLang="ko-KR" dirty="0"/>
              <a:t>1</a:t>
            </a:r>
            <a:r>
              <a:rPr lang="ko-KR" altLang="en-US" dirty="0"/>
              <a:t>이라 </a:t>
            </a:r>
            <a:r>
              <a:rPr lang="en-US" altLang="ko-KR" dirty="0"/>
              <a:t>+5</a:t>
            </a:r>
            <a:r>
              <a:rPr lang="ko-KR" altLang="en-US" dirty="0"/>
              <a:t>정도 여유 둠</a:t>
            </a:r>
            <a:endParaRPr lang="en-US" altLang="ko-KR" dirty="0"/>
          </a:p>
          <a:p>
            <a:r>
              <a:rPr lang="en-US" altLang="ko-KR" dirty="0" err="1"/>
              <a:t>chk</a:t>
            </a:r>
            <a:r>
              <a:rPr lang="en-US" altLang="ko-KR" dirty="0"/>
              <a:t> </a:t>
            </a:r>
            <a:r>
              <a:rPr lang="ko-KR" altLang="en-US" dirty="0"/>
              <a:t>문자열의 끝 표시</a:t>
            </a:r>
            <a:r>
              <a:rPr lang="en-US" altLang="ko-KR" dirty="0"/>
              <a:t>(</a:t>
            </a:r>
            <a:r>
              <a:rPr lang="ko-KR" altLang="en-US" dirty="0"/>
              <a:t>초록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각 정점에서 자식 정점 번호 의미</a:t>
            </a:r>
            <a:endParaRPr lang="en-US" altLang="ko-KR" dirty="0"/>
          </a:p>
          <a:p>
            <a:pPr lvl="1"/>
            <a:r>
              <a:rPr lang="ko-KR" altLang="en-US" dirty="0"/>
              <a:t>현재 알파벳 소문자 </a:t>
            </a:r>
            <a:r>
              <a:rPr lang="en-US" altLang="ko-KR" dirty="0"/>
              <a:t>26</a:t>
            </a:r>
            <a:r>
              <a:rPr lang="ko-KR" altLang="en-US" dirty="0"/>
              <a:t>개 할당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ED9183-EB97-08D8-860E-19BF03BB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1995"/>
            <a:ext cx="5181600" cy="3944386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37C6FD6B-E0AE-5E96-FD27-937A6E00E256}"/>
              </a:ext>
            </a:extLst>
          </p:cNvPr>
          <p:cNvCxnSpPr/>
          <p:nvPr/>
        </p:nvCxnSpPr>
        <p:spPr>
          <a:xfrm rot="10800000">
            <a:off x="3389745" y="4553528"/>
            <a:ext cx="6483928" cy="1145309"/>
          </a:xfrm>
          <a:prstGeom prst="bentConnector3">
            <a:avLst>
              <a:gd name="adj1" fmla="val 831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9739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CFCF6-9AFC-C2E7-D910-07F3B3A6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B3233C-B302-489A-B476-140F3A359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🖐️잠깐</a:t>
            </a:r>
            <a:r>
              <a:rPr lang="en-US" altLang="ko-KR" dirty="0"/>
              <a:t>! Struct Node {Node* child[26];} </a:t>
            </a:r>
            <a:r>
              <a:rPr lang="ko-KR" altLang="en-US" dirty="0"/>
              <a:t>처럼 </a:t>
            </a:r>
            <a:r>
              <a:rPr lang="en-US" altLang="ko-KR" dirty="0"/>
              <a:t>“</a:t>
            </a:r>
            <a:r>
              <a:rPr lang="ko-KR" altLang="en-US" dirty="0"/>
              <a:t>포인터</a:t>
            </a:r>
            <a:r>
              <a:rPr lang="en-US" altLang="ko-KR" dirty="0"/>
              <a:t>”</a:t>
            </a:r>
            <a:r>
              <a:rPr lang="ko-KR" altLang="en-US" dirty="0"/>
              <a:t>사용</a:t>
            </a:r>
            <a:r>
              <a:rPr lang="en-US" altLang="ko-KR" dirty="0"/>
              <a:t>…?</a:t>
            </a:r>
          </a:p>
          <a:p>
            <a:pPr lvl="1"/>
            <a:r>
              <a:rPr lang="ko-KR" altLang="en-US" dirty="0"/>
              <a:t>포인터를 사용하면 노드 생성시 마다 </a:t>
            </a:r>
            <a:r>
              <a:rPr lang="en-US" altLang="ko-KR" dirty="0"/>
              <a:t>new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오버헤드가 크고 메모리 파편화 발생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반면 정적 배열은 메모리 할당이 빠르고 인덱스 접근이 가능해 메모리 연속성 활용 가능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캐시 효율 좋음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ko-KR" altLang="en-US" dirty="0"/>
              <a:t>배열에서 특정 위치를 가리키려면 포인터 대신 </a:t>
            </a:r>
            <a:r>
              <a:rPr lang="en-US" altLang="ko-KR" dirty="0"/>
              <a:t>“</a:t>
            </a:r>
            <a:r>
              <a:rPr lang="ko-KR" altLang="en-US" dirty="0"/>
              <a:t>인덱스</a:t>
            </a:r>
            <a:r>
              <a:rPr lang="en-US" altLang="ko-KR" dirty="0"/>
              <a:t>”</a:t>
            </a:r>
            <a:r>
              <a:rPr lang="ko-KR" altLang="en-US" dirty="0"/>
              <a:t>를 활용하면 되고 이는 </a:t>
            </a:r>
            <a:r>
              <a:rPr lang="en-US" altLang="ko-KR" dirty="0"/>
              <a:t>int</a:t>
            </a:r>
            <a:r>
              <a:rPr lang="ko-KR" altLang="en-US" dirty="0"/>
              <a:t>형을 사용하면 됨</a:t>
            </a:r>
            <a:endParaRPr lang="en-US" altLang="ko-KR" dirty="0"/>
          </a:p>
          <a:p>
            <a:r>
              <a:rPr lang="ko-KR" altLang="en-US" dirty="0"/>
              <a:t>추가로</a:t>
            </a:r>
            <a:r>
              <a:rPr lang="en-US" altLang="ko-KR" dirty="0"/>
              <a:t>, 64</a:t>
            </a:r>
            <a:r>
              <a:rPr lang="ko-KR" altLang="en-US" dirty="0"/>
              <a:t>비트 컴퓨터 기준으로 포인터는 </a:t>
            </a:r>
            <a:r>
              <a:rPr lang="en-US" altLang="ko-KR" dirty="0"/>
              <a:t>8</a:t>
            </a:r>
            <a:r>
              <a:rPr lang="ko-KR" altLang="en-US" dirty="0"/>
              <a:t>바이트라서 굳이 메모리를 </a:t>
            </a:r>
            <a:r>
              <a:rPr lang="en-US" altLang="ko-KR" dirty="0"/>
              <a:t>2</a:t>
            </a:r>
            <a:r>
              <a:rPr lang="ko-KR" altLang="en-US" dirty="0"/>
              <a:t>배 더 쓸 필요가 없어서 인덱스로 자식 정점을 관리하는 정적 배열 방식을 사용 </a:t>
            </a:r>
            <a:r>
              <a:rPr lang="en-US" altLang="ko-KR" dirty="0"/>
              <a:t>(</a:t>
            </a:r>
            <a:r>
              <a:rPr lang="ko-KR" altLang="en-US" dirty="0"/>
              <a:t>거대 지도를 미리 만들어두는 꼴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613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53A8E-690B-2C2C-11D9-33080C6E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DEB53-1770-72BF-E619-EA0D8DE0A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140" y="1825625"/>
            <a:ext cx="4905660" cy="4351338"/>
          </a:xfrm>
        </p:spPr>
        <p:txBody>
          <a:bodyPr/>
          <a:lstStyle/>
          <a:p>
            <a:r>
              <a:rPr lang="ko-KR" altLang="en-US" dirty="0"/>
              <a:t>삽입 순서</a:t>
            </a:r>
            <a:endParaRPr lang="en-US" altLang="ko-KR" dirty="0"/>
          </a:p>
          <a:p>
            <a:pPr lvl="1"/>
            <a:r>
              <a:rPr lang="en-US" altLang="ko-KR" dirty="0"/>
              <a:t>APPLE</a:t>
            </a:r>
          </a:p>
          <a:p>
            <a:pPr lvl="1"/>
            <a:r>
              <a:rPr lang="en-US" altLang="ko-KR" dirty="0"/>
              <a:t>APPLY</a:t>
            </a:r>
          </a:p>
          <a:p>
            <a:pPr lvl="1"/>
            <a:r>
              <a:rPr lang="en-US" altLang="ko-KR" dirty="0"/>
              <a:t>BANANA</a:t>
            </a:r>
          </a:p>
          <a:p>
            <a:pPr lvl="1"/>
            <a:r>
              <a:rPr lang="en-US" altLang="ko-KR" dirty="0"/>
              <a:t>BLACK</a:t>
            </a:r>
          </a:p>
          <a:p>
            <a:pPr lvl="1"/>
            <a:r>
              <a:rPr lang="en-US" altLang="ko-KR" dirty="0"/>
              <a:t>BAN</a:t>
            </a:r>
          </a:p>
          <a:p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8098D9B-D645-E877-3351-F44CB8401187}"/>
              </a:ext>
            </a:extLst>
          </p:cNvPr>
          <p:cNvSpPr/>
          <p:nvPr/>
        </p:nvSpPr>
        <p:spPr>
          <a:xfrm>
            <a:off x="3084949" y="1825625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8BC4427-B17A-75C8-E6BE-E23705697AFF}"/>
              </a:ext>
            </a:extLst>
          </p:cNvPr>
          <p:cNvSpPr/>
          <p:nvPr/>
        </p:nvSpPr>
        <p:spPr>
          <a:xfrm>
            <a:off x="1444340" y="2613897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C2D547E-BF43-9A3F-9A80-BB4A8B5176C2}"/>
              </a:ext>
            </a:extLst>
          </p:cNvPr>
          <p:cNvSpPr/>
          <p:nvPr/>
        </p:nvSpPr>
        <p:spPr>
          <a:xfrm>
            <a:off x="4507349" y="261389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A67817F-4DE7-402C-990D-C2F63C4F58B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744522" y="2125807"/>
            <a:ext cx="1340427" cy="488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FA6074D8-6D79-2129-5423-E62B223D73E8}"/>
              </a:ext>
            </a:extLst>
          </p:cNvPr>
          <p:cNvSpPr/>
          <p:nvPr/>
        </p:nvSpPr>
        <p:spPr>
          <a:xfrm>
            <a:off x="1439721" y="3311238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D1A90DC-2DEA-411D-34DD-D8702E475871}"/>
              </a:ext>
            </a:extLst>
          </p:cNvPr>
          <p:cNvSpPr/>
          <p:nvPr/>
        </p:nvSpPr>
        <p:spPr>
          <a:xfrm>
            <a:off x="1439723" y="4027051"/>
            <a:ext cx="600363" cy="600363"/>
          </a:xfrm>
          <a:prstGeom prst="ellips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26E4B4C-5EEC-F0B6-47A9-E09F3CB6B5BF}"/>
              </a:ext>
            </a:extLst>
          </p:cNvPr>
          <p:cNvSpPr/>
          <p:nvPr/>
        </p:nvSpPr>
        <p:spPr>
          <a:xfrm>
            <a:off x="1435104" y="472439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2F744B5-BA55-8A70-8584-234EC2502396}"/>
              </a:ext>
            </a:extLst>
          </p:cNvPr>
          <p:cNvSpPr/>
          <p:nvPr/>
        </p:nvSpPr>
        <p:spPr>
          <a:xfrm>
            <a:off x="940958" y="540326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1B1D151-9469-D040-FEAC-9800D423AB9E}"/>
              </a:ext>
            </a:extLst>
          </p:cNvPr>
          <p:cNvSpPr/>
          <p:nvPr/>
        </p:nvSpPr>
        <p:spPr>
          <a:xfrm>
            <a:off x="1956958" y="5403261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4D0C89C-E4A5-23F0-BC09-1A61C6583C95}"/>
              </a:ext>
            </a:extLst>
          </p:cNvPr>
          <p:cNvSpPr/>
          <p:nvPr/>
        </p:nvSpPr>
        <p:spPr>
          <a:xfrm>
            <a:off x="3794131" y="313216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371566D-F6A5-4739-39D0-FEDE005923E6}"/>
              </a:ext>
            </a:extLst>
          </p:cNvPr>
          <p:cNvSpPr/>
          <p:nvPr/>
        </p:nvSpPr>
        <p:spPr>
          <a:xfrm>
            <a:off x="3789512" y="382950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3EF86BB-E8BD-FF8D-8E72-AD2AC9FD00B4}"/>
              </a:ext>
            </a:extLst>
          </p:cNvPr>
          <p:cNvSpPr/>
          <p:nvPr/>
        </p:nvSpPr>
        <p:spPr>
          <a:xfrm>
            <a:off x="3789512" y="448506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0A7612-4F4C-DF35-8E30-A5695B664115}"/>
              </a:ext>
            </a:extLst>
          </p:cNvPr>
          <p:cNvSpPr/>
          <p:nvPr/>
        </p:nvSpPr>
        <p:spPr>
          <a:xfrm>
            <a:off x="3789512" y="518240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BB998A-A5C3-0D8A-A7BA-F94F618C899B}"/>
              </a:ext>
            </a:extLst>
          </p:cNvPr>
          <p:cNvSpPr/>
          <p:nvPr/>
        </p:nvSpPr>
        <p:spPr>
          <a:xfrm>
            <a:off x="3789512" y="5868500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D94976-149A-FD22-0CC0-8CA3C6A0275A}"/>
              </a:ext>
            </a:extLst>
          </p:cNvPr>
          <p:cNvCxnSpPr>
            <a:stCxn id="5" idx="4"/>
            <a:endCxn id="9" idx="0"/>
          </p:cNvCxnSpPr>
          <p:nvPr/>
        </p:nvCxnSpPr>
        <p:spPr>
          <a:xfrm flipH="1">
            <a:off x="1739903" y="3214260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351B9C-3C48-4C42-56B7-C8A9DB309E7C}"/>
              </a:ext>
            </a:extLst>
          </p:cNvPr>
          <p:cNvCxnSpPr>
            <a:stCxn id="9" idx="4"/>
            <a:endCxn id="10" idx="0"/>
          </p:cNvCxnSpPr>
          <p:nvPr/>
        </p:nvCxnSpPr>
        <p:spPr>
          <a:xfrm>
            <a:off x="1739903" y="3911601"/>
            <a:ext cx="2" cy="11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57E9969-428D-848F-12E2-ADBF85B73C76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735286" y="462741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F2F5056-03B8-0785-4337-99EB32151294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1241140" y="5236834"/>
            <a:ext cx="281885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C834766-61EB-19F5-75F9-9301D2C500DD}"/>
              </a:ext>
            </a:extLst>
          </p:cNvPr>
          <p:cNvCxnSpPr>
            <a:cxnSpLocks/>
            <a:stCxn id="11" idx="5"/>
            <a:endCxn id="13" idx="0"/>
          </p:cNvCxnSpPr>
          <p:nvPr/>
        </p:nvCxnSpPr>
        <p:spPr>
          <a:xfrm>
            <a:off x="1947546" y="5236834"/>
            <a:ext cx="309594" cy="1664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A264EE-808B-1C5B-2A3E-1B92E650C98F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4089694" y="373252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DBD3FD2-46A1-4302-4C63-C7388E13DC6B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4089694" y="4429865"/>
            <a:ext cx="0" cy="55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2C518EB-42A9-6227-5B75-E6463FC42D4C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4089694" y="5085426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E95DAFA-F671-3AC3-0F7F-BD709CB9273B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>
            <a:off x="4089694" y="5782767"/>
            <a:ext cx="0" cy="8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6C85354-8C06-7FDA-06B2-22F09442AE6B}"/>
              </a:ext>
            </a:extLst>
          </p:cNvPr>
          <p:cNvCxnSpPr>
            <a:stCxn id="6" idx="2"/>
            <a:endCxn id="14" idx="0"/>
          </p:cNvCxnSpPr>
          <p:nvPr/>
        </p:nvCxnSpPr>
        <p:spPr>
          <a:xfrm flipH="1">
            <a:off x="4094313" y="2914080"/>
            <a:ext cx="413036" cy="218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5DC331F1-A39A-E9E7-9EFF-E7EF1EF6D8CA}"/>
              </a:ext>
            </a:extLst>
          </p:cNvPr>
          <p:cNvSpPr/>
          <p:nvPr/>
        </p:nvSpPr>
        <p:spPr>
          <a:xfrm>
            <a:off x="5245101" y="311728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6D01592-7F6C-1435-2EB8-E2FA65A831AB}"/>
              </a:ext>
            </a:extLst>
          </p:cNvPr>
          <p:cNvSpPr/>
          <p:nvPr/>
        </p:nvSpPr>
        <p:spPr>
          <a:xfrm>
            <a:off x="5240482" y="3814623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4EE423E-B39B-0875-F4DB-52CCC7C42876}"/>
              </a:ext>
            </a:extLst>
          </p:cNvPr>
          <p:cNvSpPr/>
          <p:nvPr/>
        </p:nvSpPr>
        <p:spPr>
          <a:xfrm>
            <a:off x="5240482" y="4511964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BE14845-DD35-8228-E61C-C15BBB7919AA}"/>
              </a:ext>
            </a:extLst>
          </p:cNvPr>
          <p:cNvSpPr/>
          <p:nvPr/>
        </p:nvSpPr>
        <p:spPr>
          <a:xfrm>
            <a:off x="5240482" y="5209305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CC88A45-3A39-1E53-AB6A-CAE8D803F892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540664" y="371764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BCB5F4D-6308-035D-0E00-F7DDAE2348C1}"/>
              </a:ext>
            </a:extLst>
          </p:cNvPr>
          <p:cNvCxnSpPr>
            <a:stCxn id="31" idx="4"/>
            <a:endCxn id="32" idx="0"/>
          </p:cNvCxnSpPr>
          <p:nvPr/>
        </p:nvCxnSpPr>
        <p:spPr>
          <a:xfrm>
            <a:off x="5540664" y="5112327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91C4C7-1DE0-C6E8-0D70-FCCB14686C0D}"/>
              </a:ext>
            </a:extLst>
          </p:cNvPr>
          <p:cNvCxnSpPr>
            <a:stCxn id="6" idx="6"/>
            <a:endCxn id="29" idx="0"/>
          </p:cNvCxnSpPr>
          <p:nvPr/>
        </p:nvCxnSpPr>
        <p:spPr>
          <a:xfrm>
            <a:off x="5107712" y="2914080"/>
            <a:ext cx="437571" cy="203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140A4D6-832C-74AF-0B1A-7685CCE25CE5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>
            <a:off x="5540664" y="4414986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7D11E53-2F7F-92E3-9938-AFE5451A53A4}"/>
              </a:ext>
            </a:extLst>
          </p:cNvPr>
          <p:cNvCxnSpPr>
            <a:stCxn id="4" idx="6"/>
            <a:endCxn id="6" idx="0"/>
          </p:cNvCxnSpPr>
          <p:nvPr/>
        </p:nvCxnSpPr>
        <p:spPr>
          <a:xfrm>
            <a:off x="3685312" y="2125807"/>
            <a:ext cx="1122219" cy="488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CFA90BE-B756-022C-3D0F-678278CBF112}"/>
              </a:ext>
            </a:extLst>
          </p:cNvPr>
          <p:cNvSpPr txBox="1"/>
          <p:nvPr/>
        </p:nvSpPr>
        <p:spPr>
          <a:xfrm>
            <a:off x="2929297" y="16320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0F60BA-A072-F39E-EA4B-7C62076521ED}"/>
              </a:ext>
            </a:extLst>
          </p:cNvPr>
          <p:cNvSpPr txBox="1"/>
          <p:nvPr/>
        </p:nvSpPr>
        <p:spPr>
          <a:xfrm>
            <a:off x="1224425" y="24259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C1724B-8206-9942-0F11-3FFA188ED9BC}"/>
              </a:ext>
            </a:extLst>
          </p:cNvPr>
          <p:cNvSpPr txBox="1"/>
          <p:nvPr/>
        </p:nvSpPr>
        <p:spPr>
          <a:xfrm>
            <a:off x="1222081" y="31601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7CB2E5-88A5-C213-24B8-283636E8EF78}"/>
              </a:ext>
            </a:extLst>
          </p:cNvPr>
          <p:cNvSpPr txBox="1"/>
          <p:nvPr/>
        </p:nvSpPr>
        <p:spPr>
          <a:xfrm>
            <a:off x="1222081" y="38106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A705D6-AA1F-07C8-7357-B207B062564B}"/>
              </a:ext>
            </a:extLst>
          </p:cNvPr>
          <p:cNvSpPr txBox="1"/>
          <p:nvPr/>
        </p:nvSpPr>
        <p:spPr>
          <a:xfrm>
            <a:off x="1241139" y="452102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6231C9-A736-58AF-EB98-E99C10DBD57B}"/>
              </a:ext>
            </a:extLst>
          </p:cNvPr>
          <p:cNvSpPr txBox="1"/>
          <p:nvPr/>
        </p:nvSpPr>
        <p:spPr>
          <a:xfrm>
            <a:off x="677202" y="51839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9747AE-974B-B4B0-D0F2-9949A933333C}"/>
              </a:ext>
            </a:extLst>
          </p:cNvPr>
          <p:cNvSpPr txBox="1"/>
          <p:nvPr/>
        </p:nvSpPr>
        <p:spPr>
          <a:xfrm>
            <a:off x="1805077" y="51587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E36632-A3DF-42E8-6A55-E8E0E4D18B7F}"/>
              </a:ext>
            </a:extLst>
          </p:cNvPr>
          <p:cNvSpPr txBox="1"/>
          <p:nvPr/>
        </p:nvSpPr>
        <p:spPr>
          <a:xfrm>
            <a:off x="4310711" y="23968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A55395-C8B2-63CA-E671-D3B65DE2DA68}"/>
              </a:ext>
            </a:extLst>
          </p:cNvPr>
          <p:cNvSpPr txBox="1"/>
          <p:nvPr/>
        </p:nvSpPr>
        <p:spPr>
          <a:xfrm>
            <a:off x="3576491" y="29399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A26673-0024-EAF2-5AD9-5D400B778F66}"/>
              </a:ext>
            </a:extLst>
          </p:cNvPr>
          <p:cNvSpPr txBox="1"/>
          <p:nvPr/>
        </p:nvSpPr>
        <p:spPr>
          <a:xfrm>
            <a:off x="3404350" y="362600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06302C-9437-66E1-6BCA-7F860531085E}"/>
              </a:ext>
            </a:extLst>
          </p:cNvPr>
          <p:cNvSpPr txBox="1"/>
          <p:nvPr/>
        </p:nvSpPr>
        <p:spPr>
          <a:xfrm>
            <a:off x="3383080" y="435275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EB9D6E-2E4C-340C-697E-09C6C429580B}"/>
              </a:ext>
            </a:extLst>
          </p:cNvPr>
          <p:cNvSpPr txBox="1"/>
          <p:nvPr/>
        </p:nvSpPr>
        <p:spPr>
          <a:xfrm>
            <a:off x="3404350" y="498649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FB0DE4-9227-6ED9-E1A2-BF0ECBB7E459}"/>
              </a:ext>
            </a:extLst>
          </p:cNvPr>
          <p:cNvSpPr txBox="1"/>
          <p:nvPr/>
        </p:nvSpPr>
        <p:spPr>
          <a:xfrm>
            <a:off x="3396969" y="565929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DFA943-8FCE-5470-B403-36740944A48B}"/>
              </a:ext>
            </a:extLst>
          </p:cNvPr>
          <p:cNvSpPr txBox="1"/>
          <p:nvPr/>
        </p:nvSpPr>
        <p:spPr>
          <a:xfrm>
            <a:off x="5790968" y="292282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C16680-2711-3D4F-BA80-58F83657E4CF}"/>
              </a:ext>
            </a:extLst>
          </p:cNvPr>
          <p:cNvSpPr txBox="1"/>
          <p:nvPr/>
        </p:nvSpPr>
        <p:spPr>
          <a:xfrm>
            <a:off x="5824456" y="364082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E0FA0C-A2C4-FF75-47C4-0D1204FB63EA}"/>
              </a:ext>
            </a:extLst>
          </p:cNvPr>
          <p:cNvSpPr txBox="1"/>
          <p:nvPr/>
        </p:nvSpPr>
        <p:spPr>
          <a:xfrm>
            <a:off x="5845726" y="42745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C1240A-01A6-7B71-A55A-CC52BD5CF1C5}"/>
              </a:ext>
            </a:extLst>
          </p:cNvPr>
          <p:cNvSpPr txBox="1"/>
          <p:nvPr/>
        </p:nvSpPr>
        <p:spPr>
          <a:xfrm>
            <a:off x="5838345" y="494736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5831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CFE4-E23F-4C38-1790-80A2FDA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56A24-2CD7-DB01-0B8C-3322E8A9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767D8-54A7-5511-149D-0DF61D7A3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6017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CA1B-0CE9-3D53-A9F5-6A2DE4BD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FF8B0-E5D3-F323-8354-F564CCE5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AFD054-0D47-D1CB-A1C6-85B003C0D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91782A-7A3F-B8E0-59CC-9A9F8803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470" y="1333207"/>
            <a:ext cx="2886478" cy="4191585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96E87C3-3E00-0458-9726-B19125C4F335}"/>
              </a:ext>
            </a:extLst>
          </p:cNvPr>
          <p:cNvCxnSpPr/>
          <p:nvPr/>
        </p:nvCxnSpPr>
        <p:spPr>
          <a:xfrm>
            <a:off x="8125633" y="508000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323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9198-7A2E-8F6E-F6D4-496F0CB7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7ACF7-D8F4-5BE3-0006-2B63F018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DB613-4FD5-0621-9511-2A1CE1AB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EAD2EE-ED59-0434-35A4-B912D8FF9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20" y="994640"/>
            <a:ext cx="2781688" cy="5182323"/>
          </a:xfrm>
          <a:prstGeom prst="rect">
            <a:avLst/>
          </a:prstGeom>
        </p:spPr>
      </p:pic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0B3E00D1-2CE0-91F7-F5FA-0FA32289C5B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12964" y="5678889"/>
            <a:ext cx="745204" cy="600367"/>
          </a:xfrm>
          <a:prstGeom prst="bentConnector3">
            <a:avLst>
              <a:gd name="adj1" fmla="val 995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D3D601-0004-1262-161C-B721A4B0B73A}"/>
              </a:ext>
            </a:extLst>
          </p:cNvPr>
          <p:cNvSpPr txBox="1"/>
          <p:nvPr/>
        </p:nvSpPr>
        <p:spPr>
          <a:xfrm>
            <a:off x="9485750" y="6167009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알파벳 </a:t>
            </a:r>
            <a:r>
              <a:rPr lang="en-US" altLang="ko-KR" dirty="0"/>
              <a:t>E</a:t>
            </a:r>
            <a:r>
              <a:rPr lang="ko-KR" altLang="en-US" dirty="0"/>
              <a:t>는 </a:t>
            </a:r>
            <a:r>
              <a:rPr lang="en-US" altLang="ko-KR" dirty="0"/>
              <a:t>0123</a:t>
            </a:r>
            <a:r>
              <a:rPr lang="en-US" altLang="ko-KR" b="1" dirty="0">
                <a:solidFill>
                  <a:srgbClr val="FF0000"/>
                </a:solidFill>
              </a:rPr>
              <a:t>4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D9B6D1-4990-E05E-C0A6-DD0B62E24849}"/>
              </a:ext>
            </a:extLst>
          </p:cNvPr>
          <p:cNvSpPr/>
          <p:nvPr/>
        </p:nvSpPr>
        <p:spPr>
          <a:xfrm>
            <a:off x="8340436" y="4987636"/>
            <a:ext cx="240146" cy="31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096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2083-E3AC-0443-2EDB-243AF7BB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00407-1452-7C8B-5715-A027B348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93E4E-A980-B9BA-8313-4DFEA4B3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EE0ADE-D147-A07B-6B60-A41A1E6F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20" y="994640"/>
            <a:ext cx="2781688" cy="5182323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BE79A5AC-A613-6F44-0336-615BD00973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69747" y="4498111"/>
            <a:ext cx="507998" cy="507997"/>
          </a:xfrm>
          <a:prstGeom prst="bentConnector3">
            <a:avLst>
              <a:gd name="adj1" fmla="val 990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183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E7B4-9354-3FCD-DD5E-BFD32B2F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D2D1D-F88A-A417-876B-102015F5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7D6CE4-E18A-6469-A710-20FC4B868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331CBD-F479-6FE9-0BC0-B8AD236B0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72" y="1027906"/>
            <a:ext cx="2762636" cy="5125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AD579E-727E-80AF-0E18-B9ADAE9CD4A4}"/>
              </a:ext>
            </a:extLst>
          </p:cNvPr>
          <p:cNvSpPr txBox="1"/>
          <p:nvPr/>
        </p:nvSpPr>
        <p:spPr>
          <a:xfrm>
            <a:off x="6890327" y="5292437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nxt</a:t>
            </a:r>
            <a:r>
              <a:rPr lang="en-US" altLang="ko-KR" dirty="0"/>
              <a:t>[5][4] = 6</a:t>
            </a:r>
          </a:p>
          <a:p>
            <a:r>
              <a:rPr lang="en-US" altLang="ko-KR" dirty="0" err="1"/>
              <a:t>chk</a:t>
            </a:r>
            <a:r>
              <a:rPr lang="en-US" altLang="ko-KR" dirty="0"/>
              <a:t>[6] = true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94526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5272-BEC6-5419-BC88-BBB5EDED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68EA8-F84E-CF64-DF53-0C30A6A4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96B4F-BED5-5C68-6133-39211BBC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fill</a:t>
            </a:r>
            <a:r>
              <a:rPr lang="ko-KR" altLang="en-US" dirty="0"/>
              <a:t> 함수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배열의 모든 칸을 </a:t>
            </a:r>
            <a:r>
              <a:rPr lang="en-US" altLang="ko-KR" dirty="0">
                <a:sym typeface="Wingdings" panose="05000000000000000000" pitchFamily="2" charset="2"/>
              </a:rPr>
              <a:t>-1</a:t>
            </a:r>
            <a:r>
              <a:rPr lang="ko-KR" altLang="en-US" dirty="0">
                <a:sym typeface="Wingdings" panose="05000000000000000000" pitchFamily="2" charset="2"/>
              </a:rPr>
              <a:t>로 채움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ko-KR" altLang="en-US" dirty="0" err="1">
                <a:sym typeface="Wingdings" panose="05000000000000000000" pitchFamily="2" charset="2"/>
              </a:rPr>
              <a:t>미연결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 err="1"/>
              <a:t>nxt</a:t>
            </a:r>
            <a:r>
              <a:rPr lang="en-US" altLang="ko-KR" dirty="0"/>
              <a:t> </a:t>
            </a:r>
            <a:r>
              <a:rPr lang="ko-KR" altLang="en-US" dirty="0"/>
              <a:t>배열 정체</a:t>
            </a:r>
            <a:r>
              <a:rPr lang="en-US" altLang="ko-KR" dirty="0"/>
              <a:t>: </a:t>
            </a:r>
            <a:r>
              <a:rPr lang="ko-KR" altLang="en-US" dirty="0"/>
              <a:t>길을 이어주는 것</a:t>
            </a:r>
            <a:endParaRPr lang="en-US" altLang="ko-KR" dirty="0"/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[u][c] = v </a:t>
            </a:r>
            <a:r>
              <a:rPr lang="ko-KR" altLang="en-US" dirty="0"/>
              <a:t>의미</a:t>
            </a:r>
            <a:r>
              <a:rPr lang="en-US" altLang="ko-KR" dirty="0"/>
              <a:t>: u</a:t>
            </a:r>
            <a:r>
              <a:rPr lang="ko-KR" altLang="en-US" dirty="0"/>
              <a:t>번 노드에서 </a:t>
            </a:r>
            <a:r>
              <a:rPr lang="en-US" altLang="ko-KR" dirty="0"/>
              <a:t>c</a:t>
            </a:r>
            <a:r>
              <a:rPr lang="ko-KR" altLang="en-US" dirty="0"/>
              <a:t>라는 글자를 보면 </a:t>
            </a:r>
            <a:r>
              <a:rPr lang="en-US" altLang="ko-KR" dirty="0"/>
              <a:t>v</a:t>
            </a:r>
            <a:r>
              <a:rPr lang="ko-KR" altLang="en-US" dirty="0"/>
              <a:t>번 노드로 건너 가라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unused </a:t>
            </a:r>
            <a:r>
              <a:rPr lang="ko-KR" altLang="en-US" dirty="0"/>
              <a:t>초기값은 </a:t>
            </a:r>
            <a:r>
              <a:rPr lang="en-US" altLang="ko-KR" dirty="0"/>
              <a:t>2</a:t>
            </a:r>
            <a:r>
              <a:rPr lang="ko-KR" altLang="en-US" dirty="0"/>
              <a:t>이고 </a:t>
            </a:r>
            <a:r>
              <a:rPr lang="ko-KR" altLang="en-US" dirty="0" err="1"/>
              <a:t>후치연산으로</a:t>
            </a:r>
            <a:r>
              <a:rPr lang="ko-KR" altLang="en-US" dirty="0"/>
              <a:t> 그 뒤부터 </a:t>
            </a:r>
            <a:r>
              <a:rPr lang="en-US" altLang="ko-KR" dirty="0"/>
              <a:t>1</a:t>
            </a:r>
            <a:r>
              <a:rPr lang="ko-KR" altLang="en-US" dirty="0"/>
              <a:t>증가 </a:t>
            </a:r>
            <a:r>
              <a:rPr lang="en-US" altLang="ko-KR" dirty="0"/>
              <a:t>(</a:t>
            </a:r>
            <a:r>
              <a:rPr lang="ko-KR" altLang="en-US" dirty="0"/>
              <a:t>다음 노드 인덱스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24826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8606-2C75-0C0C-4353-75936882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51562-092B-41F3-DF6F-4DB94EFD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23A929-F3CD-5B92-B5EF-120ECFA42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449" y="1825625"/>
            <a:ext cx="9273102" cy="386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753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FC06-F882-6447-711A-F8DE8B31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ADE82-913A-EA6E-66B5-CF451959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4E718F-D441-44D2-9E49-B67DB701C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36" y="1862698"/>
            <a:ext cx="9131728" cy="30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6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988E-FCE7-A387-B762-0A6A9129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6E8948-C9C8-7CCF-0384-1ECFA45D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03" y="1852374"/>
            <a:ext cx="9185248" cy="389957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73426DF-B790-13DA-8667-C4CCE1FF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</a:t>
            </a:r>
          </a:p>
        </p:txBody>
      </p:sp>
    </p:spTree>
    <p:extLst>
      <p:ext uri="{BB962C8B-B14F-4D97-AF65-F5344CB8AC3E}">
        <p14:creationId xmlns:p14="http://schemas.microsoft.com/office/powerpoint/2010/main" val="15760544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2E52-8C88-74EC-5077-2AFE3EF9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1ECE8-6486-B2D6-2A16-F84F7BD7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 </a:t>
            </a:r>
            <a:r>
              <a:rPr lang="en-US" altLang="ko-KR" dirty="0"/>
              <a:t>+a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283B2-3289-0BF5-8E1F-000EF5DC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트라이라는 자료구조를 택했으면 그 내부에서 고정 배열을 사용하는 것이 좋은 이유 </a:t>
            </a:r>
            <a:r>
              <a:rPr lang="en-US" altLang="ko-KR" dirty="0"/>
              <a:t>(</a:t>
            </a:r>
            <a:r>
              <a:rPr lang="ko-KR" altLang="en-US" dirty="0"/>
              <a:t>물론 메모리 제한이 엄격하면 동적 배열</a:t>
            </a:r>
            <a:r>
              <a:rPr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D21E8E-8740-958F-E50E-2DB2D994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7" y="3061856"/>
            <a:ext cx="6602334" cy="3320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320AAE-07A9-BECA-0585-29C9CAFAE449}"/>
              </a:ext>
            </a:extLst>
          </p:cNvPr>
          <p:cNvSpPr txBox="1"/>
          <p:nvPr/>
        </p:nvSpPr>
        <p:spPr>
          <a:xfrm>
            <a:off x="6766291" y="2911710"/>
            <a:ext cx="54248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r>
              <a:rPr lang="ko-KR" altLang="en-US" dirty="0"/>
              <a:t>만 개의 </a:t>
            </a:r>
            <a:r>
              <a:rPr lang="en-US" altLang="ko-KR" dirty="0" err="1"/>
              <a:t>abcdefghij</a:t>
            </a:r>
            <a:r>
              <a:rPr lang="en-US" altLang="ko-KR" dirty="0"/>
              <a:t> </a:t>
            </a:r>
            <a:r>
              <a:rPr lang="ko-KR" altLang="en-US" dirty="0"/>
              <a:t>라는 문자열을 </a:t>
            </a:r>
            <a:r>
              <a:rPr lang="en-US" altLang="ko-KR" dirty="0"/>
              <a:t>insert</a:t>
            </a:r>
          </a:p>
          <a:p>
            <a:endParaRPr lang="en-US" altLang="ko-KR" dirty="0"/>
          </a:p>
          <a:p>
            <a:r>
              <a:rPr lang="en-US" altLang="ko-KR" dirty="0" err="1"/>
              <a:t>steady_clock</a:t>
            </a:r>
            <a:r>
              <a:rPr lang="ko-KR" altLang="en-US" dirty="0"/>
              <a:t>을 사용한 비교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-O2: </a:t>
            </a:r>
            <a:r>
              <a:rPr lang="ko-KR" altLang="en-US" dirty="0"/>
              <a:t>알고리즘 자체가 가진 본연의 속도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최적화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동적배열</a:t>
            </a:r>
            <a:r>
              <a:rPr lang="en-US" altLang="ko-KR" dirty="0"/>
              <a:t>(vector) – </a:t>
            </a:r>
            <a:r>
              <a:rPr lang="ko-KR" altLang="en-US" dirty="0"/>
              <a:t>연속성</a:t>
            </a:r>
            <a:r>
              <a:rPr lang="en-US" altLang="ko-KR" dirty="0"/>
              <a:t>(</a:t>
            </a:r>
            <a:r>
              <a:rPr lang="ko-KR" altLang="en-US" dirty="0"/>
              <a:t>캐시 지역성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연결리스트</a:t>
            </a:r>
            <a:r>
              <a:rPr lang="en-US" altLang="ko-KR" dirty="0"/>
              <a:t>(list) – </a:t>
            </a:r>
            <a:r>
              <a:rPr lang="ko-KR" altLang="en-US" dirty="0"/>
              <a:t>노드 포인터 연결</a:t>
            </a:r>
            <a:r>
              <a:rPr lang="en-US" altLang="ko-KR" dirty="0"/>
              <a:t>, CPU </a:t>
            </a:r>
            <a:r>
              <a:rPr lang="ko-KR" altLang="en-US" dirty="0"/>
              <a:t>효율 </a:t>
            </a:r>
            <a:r>
              <a:rPr lang="en-US" altLang="ko-KR" dirty="0"/>
              <a:t>bad</a:t>
            </a:r>
          </a:p>
          <a:p>
            <a:r>
              <a:rPr lang="ko-KR" altLang="en-US" dirty="0" err="1"/>
              <a:t>이진검색트리</a:t>
            </a:r>
            <a:r>
              <a:rPr lang="ko-KR" altLang="en-US" dirty="0"/>
              <a:t> </a:t>
            </a:r>
            <a:r>
              <a:rPr lang="en-US" altLang="ko-KR" dirty="0"/>
              <a:t>– 26</a:t>
            </a:r>
            <a:r>
              <a:rPr lang="ko-KR" altLang="en-US" dirty="0"/>
              <a:t>개 초과나 여러 종류 문자 다룰</a:t>
            </a:r>
            <a:endParaRPr lang="en-US" altLang="ko-KR" dirty="0"/>
          </a:p>
          <a:p>
            <a:r>
              <a:rPr lang="en-US" altLang="ko-KR" dirty="0"/>
              <a:t>                    </a:t>
            </a:r>
            <a:r>
              <a:rPr lang="ko-KR" altLang="en-US" dirty="0"/>
              <a:t>시 유리</a:t>
            </a:r>
            <a:r>
              <a:rPr lang="en-US" altLang="ko-KR" dirty="0"/>
              <a:t>(</a:t>
            </a:r>
            <a:r>
              <a:rPr lang="ko-KR" altLang="en-US" dirty="0"/>
              <a:t>데이터 범위 예측 불가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해시 테이블 </a:t>
            </a:r>
            <a:r>
              <a:rPr lang="en-US" altLang="ko-KR" dirty="0"/>
              <a:t>– </a:t>
            </a:r>
            <a:r>
              <a:rPr lang="ko-KR" altLang="en-US" dirty="0"/>
              <a:t>자식 노드 많아도 </a:t>
            </a:r>
            <a:r>
              <a:rPr lang="en-US" altLang="ko-KR" dirty="0"/>
              <a:t>O(1) </a:t>
            </a:r>
            <a:r>
              <a:rPr lang="ko-KR" altLang="en-US" dirty="0"/>
              <a:t>유지하려고</a:t>
            </a:r>
            <a:endParaRPr lang="en-US" altLang="ko-KR" dirty="0"/>
          </a:p>
          <a:p>
            <a:r>
              <a:rPr lang="en-US" altLang="ko-KR" dirty="0"/>
              <a:t>                   </a:t>
            </a:r>
            <a:r>
              <a:rPr lang="ko-KR" altLang="en-US" dirty="0"/>
              <a:t>노드가 수만 개 넘어가면 해시 </a:t>
            </a:r>
            <a:r>
              <a:rPr lang="en-US" altLang="ko-KR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3942376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5CEE-99A4-EC6C-37EF-D86BCCBE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42ACC-E94F-129F-6DD8-8E4DE8B7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 </a:t>
            </a:r>
            <a:r>
              <a:rPr lang="en-US" altLang="ko-KR" dirty="0"/>
              <a:t>+a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0649F-805C-47B6-ABA8-3A1859CD2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>
                <a:highlight>
                  <a:srgbClr val="FFFF00"/>
                </a:highlight>
              </a:rPr>
              <a:t>한글</a:t>
            </a:r>
            <a:r>
              <a:rPr lang="ko-KR" altLang="en-US" u="sng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저장한다면 어떻게 저장할 것인가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완성형 단위로 저장하는 경우 </a:t>
            </a:r>
            <a:r>
              <a:rPr lang="en-US" altLang="ko-KR" dirty="0"/>
              <a:t>(‘</a:t>
            </a:r>
            <a:r>
              <a:rPr lang="ko-KR" altLang="en-US" dirty="0"/>
              <a:t>가</a:t>
            </a:r>
            <a:r>
              <a:rPr lang="en-US" altLang="ko-KR" dirty="0"/>
              <a:t>’, ‘</a:t>
            </a:r>
            <a:r>
              <a:rPr lang="ko-KR" altLang="en-US" dirty="0"/>
              <a:t>나</a:t>
            </a:r>
            <a:r>
              <a:rPr lang="en-US" altLang="ko-KR" dirty="0"/>
              <a:t>’, …)</a:t>
            </a:r>
          </a:p>
          <a:p>
            <a:pPr lvl="1"/>
            <a:r>
              <a:rPr lang="en-US" altLang="ko-KR" dirty="0" err="1"/>
              <a:t>nxt</a:t>
            </a:r>
            <a:r>
              <a:rPr lang="en-US" altLang="ko-KR" dirty="0"/>
              <a:t>[‘</a:t>
            </a:r>
            <a:r>
              <a:rPr lang="ko-KR" altLang="en-US" dirty="0"/>
              <a:t>가</a:t>
            </a:r>
            <a:r>
              <a:rPr lang="en-US" altLang="ko-KR" dirty="0"/>
              <a:t>’], </a:t>
            </a:r>
            <a:r>
              <a:rPr lang="en-US" altLang="ko-KR" dirty="0" err="1"/>
              <a:t>nxt</a:t>
            </a:r>
            <a:r>
              <a:rPr lang="en-US" altLang="ko-KR" dirty="0"/>
              <a:t>[‘</a:t>
            </a:r>
            <a:r>
              <a:rPr lang="ko-KR" altLang="en-US" dirty="0"/>
              <a:t>나</a:t>
            </a:r>
            <a:r>
              <a:rPr lang="en-US" altLang="ko-KR" dirty="0"/>
              <a:t>’] </a:t>
            </a:r>
            <a:r>
              <a:rPr lang="ko-KR" altLang="en-US" dirty="0"/>
              <a:t>와 같이 접근 </a:t>
            </a:r>
            <a:r>
              <a:rPr lang="en-US" altLang="ko-KR" dirty="0"/>
              <a:t>(</a:t>
            </a:r>
            <a:r>
              <a:rPr lang="ko-KR" altLang="en-US" dirty="0"/>
              <a:t>단순하고 검색속도 </a:t>
            </a:r>
            <a:r>
              <a:rPr lang="en-US" altLang="ko-KR" dirty="0"/>
              <a:t>fast)</a:t>
            </a:r>
          </a:p>
          <a:p>
            <a:pPr lvl="1"/>
            <a:r>
              <a:rPr lang="ko-KR" altLang="en-US" dirty="0"/>
              <a:t>조합 가능한 글자수가 매우 많음 </a:t>
            </a:r>
            <a:r>
              <a:rPr lang="en-US" altLang="ko-KR" dirty="0"/>
              <a:t>(</a:t>
            </a:r>
            <a:r>
              <a:rPr lang="ko-KR" altLang="en-US" dirty="0"/>
              <a:t>완성형 </a:t>
            </a:r>
            <a:r>
              <a:rPr lang="en-US" altLang="ko-KR" dirty="0"/>
              <a:t>2,350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확장 포함 </a:t>
            </a:r>
            <a:r>
              <a:rPr lang="en-US" altLang="ko-KR" dirty="0"/>
              <a:t>11,172</a:t>
            </a:r>
            <a:r>
              <a:rPr lang="ko-KR" altLang="en-US" dirty="0"/>
              <a:t>자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고정 배열로 만들면 </a:t>
            </a:r>
            <a:r>
              <a:rPr lang="en-US" altLang="ko-KR" dirty="0" err="1">
                <a:sym typeface="Wingdings" panose="05000000000000000000" pitchFamily="2" charset="2"/>
              </a:rPr>
              <a:t>nxt</a:t>
            </a:r>
            <a:r>
              <a:rPr lang="en-US" altLang="ko-KR" dirty="0">
                <a:sym typeface="Wingdings" panose="05000000000000000000" pitchFamily="2" charset="2"/>
              </a:rPr>
              <a:t>[MX][11172]</a:t>
            </a:r>
            <a:r>
              <a:rPr lang="ko-KR" altLang="en-US" dirty="0">
                <a:sym typeface="Wingdings" panose="05000000000000000000" pitchFamily="2" charset="2"/>
              </a:rPr>
              <a:t>가 되어 메모리 병목 가능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map&lt;char32_t, int&gt; </a:t>
            </a:r>
            <a:r>
              <a:rPr lang="ko-KR" altLang="en-US" dirty="0">
                <a:sym typeface="Wingdings" panose="05000000000000000000" pitchFamily="2" charset="2"/>
              </a:rPr>
              <a:t>나 </a:t>
            </a:r>
            <a:r>
              <a:rPr lang="en-US" altLang="ko-KR" dirty="0" err="1">
                <a:sym typeface="Wingdings" panose="05000000000000000000" pitchFamily="2" charset="2"/>
              </a:rPr>
              <a:t>unordered_map</a:t>
            </a:r>
            <a:r>
              <a:rPr lang="ko-KR" altLang="en-US" dirty="0">
                <a:sym typeface="Wingdings" panose="05000000000000000000" pitchFamily="2" charset="2"/>
              </a:rPr>
              <a:t>을 사용해 존재하는 글자만 저장하는 것이 </a:t>
            </a:r>
            <a:r>
              <a:rPr lang="ko-KR" altLang="en-US" dirty="0" err="1">
                <a:sym typeface="Wingdings" panose="05000000000000000000" pitchFamily="2" charset="2"/>
              </a:rPr>
              <a:t>바람직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264393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89EA-0311-1727-DE17-3811D818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CA175-D586-0CD3-AD7E-9F739785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 </a:t>
            </a:r>
            <a:r>
              <a:rPr lang="en-US" altLang="ko-KR" dirty="0"/>
              <a:t>+a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E77E5-4C72-4E06-563F-BA2DB6A90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자소</a:t>
            </a:r>
            <a:r>
              <a:rPr lang="ko-KR" altLang="en-US" dirty="0"/>
              <a:t> 단위로 분리하여 저장하는 경우 </a:t>
            </a:r>
            <a:r>
              <a:rPr lang="en-US" altLang="ko-KR" dirty="0"/>
              <a:t>(‘</a:t>
            </a:r>
            <a:r>
              <a:rPr lang="ko-KR" altLang="en-US" dirty="0" err="1"/>
              <a:t>ㄱ</a:t>
            </a:r>
            <a:r>
              <a:rPr lang="en-US" altLang="ko-KR" dirty="0"/>
              <a:t>’, ‘</a:t>
            </a:r>
            <a:r>
              <a:rPr lang="ko-KR" altLang="en-US" dirty="0" err="1"/>
              <a:t>ㅏ</a:t>
            </a:r>
            <a:r>
              <a:rPr lang="en-US" altLang="ko-KR" dirty="0"/>
              <a:t>‘, ‘</a:t>
            </a:r>
            <a:r>
              <a:rPr lang="ko-KR" altLang="en-US" dirty="0"/>
              <a:t>ㄴ</a:t>
            </a:r>
            <a:r>
              <a:rPr lang="en-US" altLang="ko-KR" dirty="0"/>
              <a:t>‘, …)</a:t>
            </a:r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가</a:t>
            </a:r>
            <a:r>
              <a:rPr lang="en-US" altLang="ko-KR" dirty="0"/>
              <a:t>”</a:t>
            </a:r>
            <a:r>
              <a:rPr lang="ko-KR" altLang="en-US" dirty="0"/>
              <a:t>를 삽입할 때 </a:t>
            </a:r>
            <a:r>
              <a:rPr lang="ko-KR" altLang="en-US" dirty="0" err="1"/>
              <a:t>ㄱ노드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ㅏ</a:t>
            </a:r>
            <a:r>
              <a:rPr lang="ko-KR" altLang="en-US" dirty="0"/>
              <a:t> 노드 순으로 생성</a:t>
            </a:r>
            <a:endParaRPr lang="en-US" altLang="ko-KR" dirty="0"/>
          </a:p>
          <a:p>
            <a:pPr lvl="1"/>
            <a:r>
              <a:rPr lang="ko-KR" altLang="en-US" dirty="0"/>
              <a:t>초성 </a:t>
            </a:r>
            <a:r>
              <a:rPr lang="en-US" altLang="ko-KR" dirty="0"/>
              <a:t>19 + </a:t>
            </a:r>
            <a:r>
              <a:rPr lang="ko-KR" altLang="en-US" dirty="0"/>
              <a:t>중성 </a:t>
            </a:r>
            <a:r>
              <a:rPr lang="en-US" altLang="ko-KR" dirty="0"/>
              <a:t>21 + </a:t>
            </a:r>
            <a:r>
              <a:rPr lang="ko-KR" altLang="en-US" dirty="0"/>
              <a:t>종성 </a:t>
            </a:r>
            <a:r>
              <a:rPr lang="en-US" altLang="ko-KR" dirty="0"/>
              <a:t>27 </a:t>
            </a:r>
            <a:r>
              <a:rPr lang="ko-KR" altLang="en-US" dirty="0"/>
              <a:t>조합으로 한글의 모든 글자 표현 가능</a:t>
            </a:r>
            <a:endParaRPr lang="en-US" altLang="ko-KR" dirty="0"/>
          </a:p>
          <a:p>
            <a:pPr lvl="1"/>
            <a:r>
              <a:rPr lang="ko-KR" altLang="en-US" dirty="0"/>
              <a:t>알파벳 </a:t>
            </a:r>
            <a:r>
              <a:rPr lang="en-US" altLang="ko-KR" dirty="0"/>
              <a:t>26</a:t>
            </a:r>
            <a:r>
              <a:rPr lang="ko-KR" altLang="en-US" dirty="0"/>
              <a:t>개와 비슷하게 고정배열 </a:t>
            </a:r>
            <a:r>
              <a:rPr lang="en-US" altLang="ko-KR" dirty="0" err="1"/>
              <a:t>nxt</a:t>
            </a:r>
            <a:r>
              <a:rPr lang="en-US" altLang="ko-KR" dirty="0"/>
              <a:t>[MX][60]</a:t>
            </a:r>
            <a:r>
              <a:rPr lang="ko-KR" altLang="en-US" dirty="0"/>
              <a:t>을 사용할 수 있어 메모리 예측 가능</a:t>
            </a:r>
            <a:endParaRPr lang="en-US" altLang="ko-KR" dirty="0"/>
          </a:p>
          <a:p>
            <a:pPr lvl="1"/>
            <a:r>
              <a:rPr lang="ko-KR" altLang="en-US" dirty="0"/>
              <a:t>자동 완성 기능을 만들 때 </a:t>
            </a:r>
            <a:r>
              <a:rPr lang="ko-KR" altLang="en-US" dirty="0" err="1"/>
              <a:t>ㄱ만</a:t>
            </a:r>
            <a:r>
              <a:rPr lang="ko-KR" altLang="en-US" dirty="0"/>
              <a:t> 입력해도 가</a:t>
            </a:r>
            <a:r>
              <a:rPr lang="en-US" altLang="ko-KR" dirty="0"/>
              <a:t>, </a:t>
            </a:r>
            <a:r>
              <a:rPr lang="ko-KR" altLang="en-US" dirty="0"/>
              <a:t>각</a:t>
            </a:r>
            <a:r>
              <a:rPr lang="en-US" altLang="ko-KR" dirty="0"/>
              <a:t>, </a:t>
            </a:r>
            <a:r>
              <a:rPr lang="ko-KR" altLang="en-US" dirty="0"/>
              <a:t>간 등이 포함된 단어를 모두 찾기 쉬움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28422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4006-34B4-5AE9-DC37-3313C48B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3C29A-8B97-BDE8-081E-9E0F43EA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트라이 알고리즘 기능과 구현 </a:t>
            </a:r>
            <a:r>
              <a:rPr lang="en-US" altLang="ko-KR" dirty="0"/>
              <a:t>+a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DB8A9A-E7B9-E649-FA7C-7424DC904455}"/>
              </a:ext>
            </a:extLst>
          </p:cNvPr>
          <p:cNvSpPr/>
          <p:nvPr/>
        </p:nvSpPr>
        <p:spPr>
          <a:xfrm>
            <a:off x="32327" y="1387476"/>
            <a:ext cx="12127346" cy="4772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!</a:t>
            </a:r>
            <a:r>
              <a:rPr lang="ko-KR" altLang="en-US" sz="4000" dirty="0">
                <a:solidFill>
                  <a:schemeClr val="tx1"/>
                </a:solidFill>
              </a:rPr>
              <a:t>결론</a:t>
            </a:r>
            <a:r>
              <a:rPr lang="en-US" altLang="ko-KR" sz="4000" dirty="0">
                <a:solidFill>
                  <a:schemeClr val="tx1"/>
                </a:solidFill>
              </a:rPr>
              <a:t>!</a:t>
            </a:r>
          </a:p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트라이 내 자료구조는</a:t>
            </a:r>
            <a:r>
              <a:rPr lang="en-US" altLang="ko-KR" sz="4000" dirty="0">
                <a:solidFill>
                  <a:schemeClr val="tx1"/>
                </a:solidFill>
              </a:rPr>
              <a:t>Trade off </a:t>
            </a:r>
            <a:r>
              <a:rPr lang="ko-KR" altLang="en-US" sz="4000" dirty="0">
                <a:solidFill>
                  <a:schemeClr val="tx1"/>
                </a:solidFill>
              </a:rPr>
              <a:t>가능한 부분이니</a:t>
            </a:r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상황에 맞게 결정하도록</a:t>
            </a:r>
            <a:r>
              <a:rPr lang="en-US" altLang="ko-KR" sz="4000" dirty="0">
                <a:solidFill>
                  <a:schemeClr val="tx1"/>
                </a:solidFill>
              </a:rPr>
              <a:t>!</a:t>
            </a: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한글은 속도가 중요하면 </a:t>
            </a:r>
            <a:r>
              <a:rPr lang="ko-KR" altLang="en-US" sz="4000" dirty="0" err="1">
                <a:solidFill>
                  <a:schemeClr val="tx1"/>
                </a:solidFill>
              </a:rPr>
              <a:t>자소</a:t>
            </a:r>
            <a:r>
              <a:rPr lang="ko-KR" altLang="en-US" sz="4000" dirty="0">
                <a:solidFill>
                  <a:schemeClr val="tx1"/>
                </a:solidFill>
              </a:rPr>
              <a:t> 분리</a:t>
            </a:r>
            <a:r>
              <a:rPr lang="en-US" altLang="ko-KR" sz="4000" dirty="0">
                <a:solidFill>
                  <a:schemeClr val="tx1"/>
                </a:solidFill>
              </a:rPr>
              <a:t>(</a:t>
            </a:r>
            <a:r>
              <a:rPr lang="ko-KR" altLang="en-US" sz="4000" dirty="0">
                <a:solidFill>
                  <a:schemeClr val="tx1"/>
                </a:solidFill>
              </a:rPr>
              <a:t>고정배열</a:t>
            </a:r>
            <a:r>
              <a:rPr lang="en-US" altLang="ko-KR" sz="40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단순히 특정 단어 존재 여부 파악은 완성형</a:t>
            </a:r>
            <a:r>
              <a:rPr lang="en-US" altLang="ko-KR" sz="4000" dirty="0">
                <a:solidFill>
                  <a:schemeClr val="tx1"/>
                </a:solidFill>
              </a:rPr>
              <a:t>(</a:t>
            </a:r>
            <a:r>
              <a:rPr lang="ko-KR" altLang="en-US" sz="4000" dirty="0">
                <a:solidFill>
                  <a:schemeClr val="tx1"/>
                </a:solidFill>
              </a:rPr>
              <a:t>해시</a:t>
            </a:r>
            <a:r>
              <a:rPr lang="en-US" altLang="ko-KR" sz="4000" dirty="0">
                <a:solidFill>
                  <a:schemeClr val="tx1"/>
                </a:solidFill>
              </a:rPr>
              <a:t>)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637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8894B-BE45-A6F3-539E-27070F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BEA2B-9286-A3A6-EC49-F1AC3BB29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3"/>
            <a:ext cx="10515600" cy="4796848"/>
          </a:xfrm>
        </p:spPr>
        <p:txBody>
          <a:bodyPr>
            <a:normAutofit/>
          </a:bodyPr>
          <a:lstStyle/>
          <a:p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en-US" altLang="ko-KR" dirty="0"/>
              <a:t>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1"/>
            <a:r>
              <a:rPr lang="ko-KR" altLang="en-US" dirty="0"/>
              <a:t>트라이 위에서 </a:t>
            </a:r>
            <a:r>
              <a:rPr lang="en-US" altLang="ko-KR" dirty="0"/>
              <a:t>KMP </a:t>
            </a:r>
            <a:r>
              <a:rPr lang="ko-KR" altLang="en-US" dirty="0"/>
              <a:t>실패 함수 아이디어를 적용한 것</a:t>
            </a:r>
            <a:endParaRPr lang="en-US" altLang="ko-KR" dirty="0"/>
          </a:p>
          <a:p>
            <a:pPr lvl="1"/>
            <a:r>
              <a:rPr lang="ko-KR" altLang="en-US" dirty="0"/>
              <a:t>텍스트를 </a:t>
            </a:r>
            <a:r>
              <a:rPr lang="en-US" altLang="ko-KR" dirty="0"/>
              <a:t>“</a:t>
            </a:r>
            <a:r>
              <a:rPr lang="ko-KR" altLang="en-US" b="1" u="sng" dirty="0">
                <a:solidFill>
                  <a:srgbClr val="FF0000"/>
                </a:solidFill>
              </a:rPr>
              <a:t>단 한 번만</a:t>
            </a:r>
            <a:r>
              <a:rPr lang="en-US" altLang="ko-KR" dirty="0"/>
              <a:t>“ </a:t>
            </a:r>
            <a:r>
              <a:rPr lang="ko-KR" altLang="en-US" dirty="0"/>
              <a:t>훑으면서 </a:t>
            </a:r>
            <a:r>
              <a:rPr lang="en-US" altLang="ko-KR" dirty="0"/>
              <a:t>“</a:t>
            </a:r>
            <a:r>
              <a:rPr lang="ko-KR" altLang="en-US" b="1" u="sng" dirty="0">
                <a:solidFill>
                  <a:srgbClr val="FF0000"/>
                </a:solidFill>
              </a:rPr>
              <a:t>여러 패턴</a:t>
            </a:r>
            <a:r>
              <a:rPr lang="en-US" altLang="ko-KR" dirty="0"/>
              <a:t>”</a:t>
            </a:r>
            <a:r>
              <a:rPr lang="ko-KR" altLang="en-US" dirty="0"/>
              <a:t>을 동시에 찾아낸다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미리 얘기하자면</a:t>
            </a:r>
            <a:r>
              <a:rPr lang="en-US" altLang="ko-KR" dirty="0"/>
              <a:t>… </a:t>
            </a:r>
            <a:r>
              <a:rPr lang="ko-KR" altLang="en-US" dirty="0"/>
              <a:t>한글은 </a:t>
            </a:r>
            <a:r>
              <a:rPr lang="en-US" altLang="ko-KR" dirty="0"/>
              <a:t>C++ UTF-8</a:t>
            </a:r>
            <a:r>
              <a:rPr lang="ko-KR" altLang="en-US" dirty="0"/>
              <a:t>기준 </a:t>
            </a:r>
            <a:r>
              <a:rPr lang="en-US" altLang="ko-KR" dirty="0"/>
              <a:t>3byte</a:t>
            </a:r>
          </a:p>
          <a:p>
            <a:pPr lvl="1"/>
            <a:r>
              <a:rPr lang="ko-KR" altLang="en-US" dirty="0"/>
              <a:t>바이트 단위로 쪼개기</a:t>
            </a:r>
            <a:r>
              <a:rPr lang="en-US" altLang="ko-KR" dirty="0"/>
              <a:t>(</a:t>
            </a:r>
            <a:r>
              <a:rPr lang="ko-KR" altLang="en-US" dirty="0"/>
              <a:t>자모 </a:t>
            </a:r>
            <a:r>
              <a:rPr lang="ko-KR" altLang="en-US" dirty="0" err="1"/>
              <a:t>분리랑</a:t>
            </a:r>
            <a:r>
              <a:rPr lang="ko-KR" altLang="en-US" dirty="0"/>
              <a:t> 다름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완성형 문자 단위</a:t>
            </a:r>
            <a:endParaRPr lang="en-US" altLang="ko-KR" dirty="0"/>
          </a:p>
          <a:p>
            <a:pPr lvl="2"/>
            <a:r>
              <a:rPr lang="ko-KR" altLang="en-US" dirty="0"/>
              <a:t>바이트 단위로 쪼개기</a:t>
            </a:r>
            <a:r>
              <a:rPr lang="en-US" altLang="ko-KR" dirty="0"/>
              <a:t>: “</a:t>
            </a:r>
            <a:r>
              <a:rPr lang="ko-KR" altLang="en-US" dirty="0"/>
              <a:t>가</a:t>
            </a:r>
            <a:r>
              <a:rPr lang="en-US" altLang="ko-KR" dirty="0"/>
              <a:t>“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개 노드로 쪼개져서 트라이가 깊어짐</a:t>
            </a:r>
            <a:endParaRPr lang="en-US" altLang="ko-KR" dirty="0"/>
          </a:p>
          <a:p>
            <a:pPr lvl="2"/>
            <a:r>
              <a:rPr lang="ko-KR" altLang="en-US" dirty="0"/>
              <a:t>자모 </a:t>
            </a:r>
            <a:r>
              <a:rPr lang="ko-KR" altLang="en-US" dirty="0" err="1"/>
              <a:t>분리랑</a:t>
            </a:r>
            <a:r>
              <a:rPr lang="ko-KR" altLang="en-US" dirty="0"/>
              <a:t> 다른 개념으로 사람 눈에 의미 없는 단위로 쪼개지게 됨</a:t>
            </a:r>
            <a:endParaRPr lang="en-US" altLang="ko-KR" dirty="0"/>
          </a:p>
          <a:p>
            <a:pPr lvl="1"/>
            <a:r>
              <a:rPr lang="ko-KR" altLang="en-US" dirty="0"/>
              <a:t>완성형 문자 단위</a:t>
            </a:r>
            <a:endParaRPr lang="en-US" altLang="ko-KR" dirty="0"/>
          </a:p>
          <a:p>
            <a:pPr lvl="2"/>
            <a:r>
              <a:rPr lang="en-US" altLang="ko-KR" dirty="0"/>
              <a:t>char32_t</a:t>
            </a:r>
            <a:r>
              <a:rPr lang="ko-KR" altLang="en-US" dirty="0"/>
              <a:t>나 </a:t>
            </a:r>
            <a:r>
              <a:rPr lang="en-US" altLang="ko-KR" dirty="0" err="1"/>
              <a:t>wstring</a:t>
            </a:r>
            <a:r>
              <a:rPr lang="ko-KR" altLang="en-US" dirty="0"/>
              <a:t>으로 유니코드 코드포인트 단위로 처리</a:t>
            </a:r>
            <a:endParaRPr lang="en-US" altLang="ko-KR" dirty="0"/>
          </a:p>
          <a:p>
            <a:pPr lvl="2"/>
            <a:r>
              <a:rPr lang="ko-KR" altLang="en-US" dirty="0"/>
              <a:t>알파벳 크기가 훨씬 커지긴 해도</a:t>
            </a:r>
            <a:r>
              <a:rPr lang="en-US" altLang="ko-KR" dirty="0"/>
              <a:t>(</a:t>
            </a:r>
            <a:r>
              <a:rPr lang="ko-KR" altLang="en-US" dirty="0"/>
              <a:t>한글 </a:t>
            </a:r>
            <a:r>
              <a:rPr lang="en-US" altLang="ko-KR" dirty="0"/>
              <a:t>11,272</a:t>
            </a:r>
            <a:r>
              <a:rPr lang="ko-KR" altLang="en-US" dirty="0"/>
              <a:t>자</a:t>
            </a:r>
            <a:r>
              <a:rPr lang="en-US" altLang="ko-KR" dirty="0"/>
              <a:t>)</a:t>
            </a:r>
            <a:r>
              <a:rPr lang="ko-KR" altLang="en-US" dirty="0"/>
              <a:t> 노드 깊이는 </a:t>
            </a:r>
            <a:r>
              <a:rPr lang="ko-KR" altLang="en-US" dirty="0" err="1"/>
              <a:t>얕아짐</a:t>
            </a:r>
            <a:endParaRPr lang="en-US" altLang="ko-KR" dirty="0"/>
          </a:p>
          <a:p>
            <a:pPr lvl="2"/>
            <a:r>
              <a:rPr lang="ko-KR" altLang="en-US" dirty="0"/>
              <a:t>실제 문자 단위라서 패턴 의미가 직관적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9196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61229-39D4-5B64-1BEF-BA2FCE33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1D226-F7AC-8641-5340-B0EF4042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1AC75-5606-2302-C15C-CA1872D9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🖐️잠깐 한글이 </a:t>
            </a:r>
            <a:r>
              <a:rPr lang="en-US" altLang="ko-KR" dirty="0"/>
              <a:t>3byte</a:t>
            </a:r>
            <a:r>
              <a:rPr lang="ko-KR" altLang="en-US" dirty="0"/>
              <a:t>라고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UTF-8</a:t>
            </a:r>
            <a:r>
              <a:rPr lang="ko-KR" altLang="en-US" dirty="0"/>
              <a:t>은 유니코드 코드 포인트 범위에 따라 사용하는 바이트 수가 달라지는 </a:t>
            </a:r>
            <a:r>
              <a:rPr lang="ko-KR" altLang="en-US" b="1" dirty="0"/>
              <a:t>가변 길이 인코딩 방식</a:t>
            </a:r>
            <a:endParaRPr lang="en-US" altLang="ko-KR" b="1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바이트</a:t>
            </a:r>
            <a:r>
              <a:rPr lang="en-US" altLang="ko-KR" dirty="0"/>
              <a:t>: U+0000 ~ U+007F – ASCII </a:t>
            </a:r>
            <a:r>
              <a:rPr lang="ko-KR" altLang="en-US" dirty="0"/>
              <a:t>영역</a:t>
            </a:r>
            <a:r>
              <a:rPr lang="en-US" altLang="ko-KR" dirty="0"/>
              <a:t>, </a:t>
            </a:r>
            <a:r>
              <a:rPr lang="ko-KR" altLang="en-US" dirty="0"/>
              <a:t>영문</a:t>
            </a:r>
            <a:r>
              <a:rPr lang="en-US" altLang="ko-KR" dirty="0"/>
              <a:t>/</a:t>
            </a:r>
            <a:r>
              <a:rPr lang="ko-KR" altLang="en-US" dirty="0"/>
              <a:t>숫자 등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바이트</a:t>
            </a:r>
            <a:r>
              <a:rPr lang="en-US" altLang="ko-KR" dirty="0"/>
              <a:t>: U+0080 ~ U+07FF – </a:t>
            </a:r>
            <a:r>
              <a:rPr lang="ko-KR" altLang="en-US" dirty="0"/>
              <a:t>라틴 확장</a:t>
            </a:r>
            <a:r>
              <a:rPr lang="en-US" altLang="ko-KR" dirty="0"/>
              <a:t>, </a:t>
            </a:r>
            <a:r>
              <a:rPr lang="ko-KR" altLang="en-US" dirty="0"/>
              <a:t>그리스어</a:t>
            </a:r>
            <a:r>
              <a:rPr lang="en-US" altLang="ko-KR" dirty="0"/>
              <a:t>, </a:t>
            </a:r>
            <a:r>
              <a:rPr lang="ko-KR" altLang="en-US" dirty="0"/>
              <a:t>히브리어 등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바이트</a:t>
            </a:r>
            <a:r>
              <a:rPr lang="en-US" altLang="ko-KR" dirty="0"/>
              <a:t>: U+0800 ~ U+FFFF – </a:t>
            </a:r>
            <a:r>
              <a:rPr lang="ko-KR" altLang="en-US" dirty="0"/>
              <a:t>한글</a:t>
            </a:r>
            <a:r>
              <a:rPr lang="en-US" altLang="ko-KR" dirty="0"/>
              <a:t>, </a:t>
            </a:r>
            <a:r>
              <a:rPr lang="ko-KR" altLang="en-US" dirty="0"/>
              <a:t>중국어</a:t>
            </a:r>
            <a:r>
              <a:rPr lang="en-US" altLang="ko-KR" dirty="0"/>
              <a:t>, </a:t>
            </a:r>
            <a:r>
              <a:rPr lang="ko-KR" altLang="en-US" dirty="0"/>
              <a:t>일본어 등 현대 언어 포함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바이트</a:t>
            </a:r>
            <a:r>
              <a:rPr lang="en-US" altLang="ko-KR" dirty="0"/>
              <a:t>: U+10000 ~ U+10FFFF – </a:t>
            </a:r>
            <a:r>
              <a:rPr lang="ko-KR" altLang="en-US" dirty="0" err="1"/>
              <a:t>이모지</a:t>
            </a:r>
            <a:r>
              <a:rPr lang="en-US" altLang="ko-KR" dirty="0"/>
              <a:t>, </a:t>
            </a:r>
            <a:r>
              <a:rPr lang="ko-KR" altLang="en-US" dirty="0"/>
              <a:t>특수 기호 등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한글의 유니코드 값은 </a:t>
            </a:r>
            <a:r>
              <a:rPr lang="en-US" altLang="ko-KR" dirty="0"/>
              <a:t>U+AC00</a:t>
            </a:r>
            <a:r>
              <a:rPr lang="ko-KR" altLang="en-US" dirty="0"/>
              <a:t>부터 시작하여 </a:t>
            </a:r>
            <a:r>
              <a:rPr lang="en-US" altLang="ko-KR" dirty="0"/>
              <a:t>3byte</a:t>
            </a:r>
            <a:r>
              <a:rPr lang="ko-KR" altLang="en-US" dirty="0"/>
              <a:t>인코딩</a:t>
            </a:r>
            <a:endParaRPr lang="en-US" altLang="ko-KR" dirty="0"/>
          </a:p>
          <a:p>
            <a:pPr lvl="1"/>
            <a:r>
              <a:rPr lang="ko-KR" altLang="en-US" dirty="0"/>
              <a:t>자바 </a:t>
            </a:r>
            <a:r>
              <a:rPr lang="en-US" altLang="ko-KR" dirty="0"/>
              <a:t>UTF-16 </a:t>
            </a:r>
            <a:r>
              <a:rPr lang="ko-KR" altLang="en-US" dirty="0"/>
              <a:t>내부</a:t>
            </a:r>
            <a:r>
              <a:rPr lang="en-US" altLang="ko-KR" dirty="0"/>
              <a:t> </a:t>
            </a:r>
            <a:r>
              <a:rPr lang="ko-KR" altLang="en-US" dirty="0"/>
              <a:t>인코딩</a:t>
            </a:r>
            <a:r>
              <a:rPr lang="en-US" altLang="ko-KR" dirty="0"/>
              <a:t>(</a:t>
            </a:r>
            <a:r>
              <a:rPr lang="ko-KR" altLang="en-US" dirty="0"/>
              <a:t>한글 대부분 </a:t>
            </a:r>
            <a:r>
              <a:rPr lang="en-US" altLang="ko-KR" dirty="0"/>
              <a:t>2byte)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36227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A1FF1-2E5B-AE1D-2721-81621CFE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277D69-1283-C414-C798-151388CCF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EB8160D-608D-1A01-290D-1240B127B833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899B311-EE88-D131-8A6F-69B59AD2992E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577E799-8A3A-EF6D-B097-7CE0E0A98CC7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98CD665-79F0-B7BB-13C4-61CDC8966B0E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ED2FAC6-9E96-A57C-0CE7-9A6E9E95C9B9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308CF41-7930-22DE-00E5-D0A6661B9349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4015636-C6E0-6AE0-64A5-EE5088825948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F3FBA0F7-266F-402E-546F-9F1F3515AF23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181AB37-13E8-7062-0E27-545620DCA65E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0C81B33-8B1F-3F41-B7AB-6BF96C4F126E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2F3E588-91D6-3B39-9A57-87FF2378174A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2123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4EC9-CBC4-A18B-F496-23B44E70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DA118-1593-3175-1BD1-1CBAEC1A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DF3B0-FEA1-0411-FC88-EEFBD2FF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F8D1231-9F61-D8B7-AD23-55BBB14E2977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CED76AE-BE0F-C33C-AFFC-172E3B243AC7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C659C7D-A845-4C79-D66A-9C9B7BC4A337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85E5989-7AA8-1423-6906-100C0F241732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07DF763-B539-C2FE-2057-BAAF62317BAD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73728D4-7D31-A77A-6E60-6BCD374C7E88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C4F52AF-0B6B-D809-BFE9-74C8572BFCD1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8FAC1B05-6CC5-42BB-2154-B7C3255D5807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182F9E2-395B-8BBD-42F9-6D17D5C8FD6A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575DE1A-9403-1BE9-5FE5-4657CF34E980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CFCC88-10BA-1B3A-25D3-7BA1D8742DD2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3F43AD-DEFF-4C24-D744-73E6081568CB}"/>
              </a:ext>
            </a:extLst>
          </p:cNvPr>
          <p:cNvSpPr txBox="1"/>
          <p:nvPr/>
        </p:nvSpPr>
        <p:spPr>
          <a:xfrm>
            <a:off x="6855260" y="5270682"/>
            <a:ext cx="5207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ABC</a:t>
            </a:r>
            <a:r>
              <a:rPr lang="ko-KR" altLang="en-US" sz="3600" dirty="0"/>
              <a:t>를 찾고 싶을 때</a:t>
            </a:r>
            <a:r>
              <a:rPr lang="en-US" altLang="ko-KR" sz="3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794655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10B9-0B0E-441B-7914-44903C4E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F2DF0-9C59-DFA9-44CA-FF4A00EB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AC24E-0640-786E-F8A1-A10A5A67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3155D64-094C-7A4F-AD42-1FD8E27405C0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8061040-4B80-11B6-84C9-6FD228F91927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E190B3C-BDB4-A273-49C4-40F0A15518AC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1DA5408-A81F-3728-C1B6-F5369E8E0981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98FCCE3-0E17-6C02-527F-064B60A01515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A93F463-C402-BD2E-CEB5-49001CEF651B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A8F0092-5D15-D20B-B4C9-5C67264BFEEC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1099F3B8-92EB-E3EB-120C-0B51AD5C1BFF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D9AB467-84F9-73FA-A746-59BA1E133E32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2293A87-941D-C225-0B1E-57A83EC2CA79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72B9765-E738-1F5E-9B00-5936C2B85FBC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4021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9820-DF3D-95AE-4E38-482EA055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74E86-E35A-C05A-E13F-7D79284E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FCEA0-015B-40CA-8ECF-DC860A2F3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5F75C1B-CF27-B7E0-39D1-536B3DCE4926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68B5DC0-2B77-6BED-0CB8-3E5E35475604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2BD60A0-8F73-D228-2C45-CD41A970E578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9A16632-6740-13F4-FEFD-C2E003404A75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C0650A5-B872-E72E-732A-794F04FBA17B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9974F84-0610-3AE8-D6FF-D430158826CF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4E99BC3-CA52-EB69-A29B-5A8B936A360A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94517DA-5651-C0AF-9F52-666EF0FE7208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7D61576-18E9-7F45-5592-A16771F15FBB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039BA63-35C0-09DB-33A6-023D7878183D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BDDB8E4-C297-7762-CBEA-C3420CA7E031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683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B273-9C8C-0101-B700-826CAA3D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A9BA-BE87-7AAE-0C99-18FC8D23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E0EB33-D37F-E93B-F7D5-94167217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52668C-73FC-2C1C-625B-730F28744D4A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44064B7-86D3-C78F-D151-94189A99222A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D4828BB-66B4-55C5-F6B4-A04220D50D89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881F192-8256-8BF5-8344-542F2EBB0340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B8509B8-9B81-F611-9D36-61DBF3C84167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8A5190-ED96-1A4C-3C6B-12CEAC3F1ECB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8E7F0EE-E313-97F9-AF6F-59F6EFC61FFB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4C3C1E65-6933-560C-C563-4EC3B34DF803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785092-99F9-F7C1-AEF1-D5123C35DC6D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3088DAE-A581-8A4F-D08F-4EC5AE07704C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5D9F341-721A-362E-3B8A-058F69C46286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934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13F75-3025-3293-A04E-DCBD1C86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58FB9-E240-8474-FD0C-3C4B4FD7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1FD11D-585D-032B-4F19-F01CDB783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D662868-54E6-34C6-8576-53733979E8AA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A3A16F-26F9-7AB9-1C90-B0842409D5C7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6F6524E-306F-350C-3A4B-27D35A942205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88393CD-4B29-620F-97E8-47FCDD87F652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E7D4F49-95C6-955D-883E-C2C74E3C7082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8520D2B-DD1A-94FE-675F-B8C045CFF047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EC2A755-5162-CD54-DF43-94662CA1127A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132614D6-B9C6-E3D0-158D-9032600FB9F9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2B4DF40-4917-0701-9CA6-20A49E38D2C9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DE59718-E92B-61B1-0FD4-FFCE3F7126DF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CF3221A-9987-9676-8439-E43F70321E4D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5A5037-1560-1EA8-2F16-AC3C2A2F4455}"/>
              </a:ext>
            </a:extLst>
          </p:cNvPr>
          <p:cNvSpPr txBox="1"/>
          <p:nvPr/>
        </p:nvSpPr>
        <p:spPr>
          <a:xfrm>
            <a:off x="7704066" y="5482751"/>
            <a:ext cx="364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찾았다</a:t>
            </a:r>
            <a:r>
              <a:rPr lang="en-US" altLang="ko-KR" sz="3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76075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99D3-DA60-BE90-65F7-ECD41D8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375ED-7B47-6937-05F8-A246D7A2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2F62E7-589A-4BD9-F9E0-7066341CF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4D01179-3326-E05D-230E-44DC43BA994E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2AF62B3-DCE1-DF3B-FA37-D5D1CDF7E81E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1CEDB28-CF76-4E22-1FF4-120FCB0ED0BF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15C3ACF-6224-B54C-1636-3A1125754DB8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E84287-D02D-310C-6840-043C99DF788C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F555C2B-8301-835C-0257-09E86F6DAF03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D1A0E6E-0C1A-43B8-9D62-B5E854666ED7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E4088DB-22F2-D3FE-89C9-032FEBC6A29A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A143549-57C6-24C1-9BC5-5086942B885D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66B8355-5673-7109-D6CB-CCEB10A6C18E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6E06711-9E2D-1480-9928-C187B62B85C8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54BF65-92EB-F51E-09D0-9E45C7193B12}"/>
              </a:ext>
            </a:extLst>
          </p:cNvPr>
          <p:cNvSpPr txBox="1"/>
          <p:nvPr/>
        </p:nvSpPr>
        <p:spPr>
          <a:xfrm>
            <a:off x="6327846" y="5579121"/>
            <a:ext cx="6132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그 다음 </a:t>
            </a:r>
            <a:r>
              <a:rPr lang="en-US" altLang="ko-KR" sz="3600" dirty="0"/>
              <a:t>BC</a:t>
            </a:r>
            <a:r>
              <a:rPr lang="ko-KR" altLang="en-US" sz="3600" dirty="0"/>
              <a:t>도 찾고 싶은데</a:t>
            </a:r>
            <a:r>
              <a:rPr lang="en-US" altLang="ko-KR" sz="3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865249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79C00-FDB8-311A-AE23-FF411823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96B55-8EB3-7B92-C188-78CA4292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5300EA-F59D-7E5F-1332-A1126A5FB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8D9DE80-DC28-CE5C-9BCE-E0FC230810F1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B88F3C-6EBB-2695-F4DC-E8BD70734C30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FAA68D3-E0C3-175D-1CE0-B63C1C515C8E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5BAFE57-BB65-F5E2-6A21-D011CBBD706F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72A9562-F058-E858-FCD8-D6006A36F57A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74E204D-DEBE-4F89-4D0B-2BEB6ABAB69D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F91212-FED5-03EF-10A6-47D48B9F3380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5EE80C58-B086-9E37-3E45-D750F730B252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92BA748-C740-154E-C795-D853AF0C30FB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0A418FA-CD07-B6BB-7583-C8B680433B9F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9C20D5-9CFA-5751-F82B-99508495E2C7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4065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028F-2E70-226A-9809-5FC210DA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FEF3D-923E-C366-3243-C51B75FC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158A33-AC3D-C3C4-5E50-642B36D4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CE5C3E1-FE14-7DA2-E76F-BDA1DB58BEB1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38CEC1A-9CA8-C135-1A40-30407F4EF247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D799CFE-9367-A58D-6F08-B4C30A5E72C7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17FCFA3-5D85-991E-4EEB-B347BCAFDE37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9684A63-F6E9-9CC0-C7F6-F5C7400D8204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5BC94ED-5E0D-5812-B38D-E63718CAFC27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8CFE322-0DAE-D2FA-3B2A-C8F7C16743E9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4A19D1B-6751-237C-A8FF-BEE323AEF0B3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F2D69F5-2A4A-62D0-A286-67C64025A596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C8E53A5-5B9B-77F2-E53D-A389F9074942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6A86453-BA44-7409-18FC-F2A54C89C992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3310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B515-53DF-8442-B047-535645AF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4F87-82DD-74C5-C031-3F6AD6A4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D3FD65-C8BE-926C-7444-C054196C9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D7C0DE7-6A52-A3EF-3F7C-DF84EB29147E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B104304-6611-F6BB-0731-0650FFFE35F7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9AA55E8-E755-7203-DE74-826988526AF0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FF5E1AB-C29A-EC5E-38E6-4080D19FA4D9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CEB44D7-96E1-7A40-AE22-D8A9452F04C2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FAEC804-B6B7-4F79-E7A9-27D004183984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E5B39D4-9527-0AE1-D070-79637E50F788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6ED5E3F0-5EEC-E5F1-944A-1EFCCC1D2EAA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A1D7577-8C0B-7476-768B-F1B058278EB1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987E87E-0E6A-CC8C-7B23-EDF5B5F82C67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46DBE35-F706-EE4F-C0AD-0FFF4EFDC25B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48F92C-C710-1C70-9029-F230C3E800B2}"/>
              </a:ext>
            </a:extLst>
          </p:cNvPr>
          <p:cNvSpPr txBox="1"/>
          <p:nvPr/>
        </p:nvSpPr>
        <p:spPr>
          <a:xfrm>
            <a:off x="7704066" y="5482751"/>
            <a:ext cx="364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찾았다</a:t>
            </a:r>
            <a:r>
              <a:rPr lang="en-US" altLang="ko-KR" sz="3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166426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D371-11B3-F0EC-9195-4BC02BF9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D1F42-9DCD-252D-6021-1306E704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CF3D0-21C5-1B15-2CDE-97D84DD3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트라이만으로 부족한 이유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차단 문구가 </a:t>
            </a:r>
            <a:r>
              <a:rPr lang="en-US" altLang="ko-KR" dirty="0"/>
              <a:t>[“AB”, “BC”, “ABC”] </a:t>
            </a:r>
            <a:r>
              <a:rPr lang="ko-KR" altLang="en-US" dirty="0"/>
              <a:t>세 개 일 때 트라이에 넣으면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B6C7FF7-D5DA-E288-FD44-DA3AB84127AD}"/>
              </a:ext>
            </a:extLst>
          </p:cNvPr>
          <p:cNvSpPr/>
          <p:nvPr/>
        </p:nvSpPr>
        <p:spPr>
          <a:xfrm>
            <a:off x="5495637" y="3022600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12DE74B-5597-B373-5546-00D8F1F9AA2F}"/>
              </a:ext>
            </a:extLst>
          </p:cNvPr>
          <p:cNvSpPr/>
          <p:nvPr/>
        </p:nvSpPr>
        <p:spPr>
          <a:xfrm>
            <a:off x="432997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14BB44C-E80E-4067-4C85-AFDA48160C82}"/>
              </a:ext>
            </a:extLst>
          </p:cNvPr>
          <p:cNvSpPr/>
          <p:nvPr/>
        </p:nvSpPr>
        <p:spPr>
          <a:xfrm>
            <a:off x="6679769" y="3810872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30D649-BB4F-C699-268E-DC30CEC2402F}"/>
              </a:ext>
            </a:extLst>
          </p:cNvPr>
          <p:cNvSpPr/>
          <p:nvPr/>
        </p:nvSpPr>
        <p:spPr>
          <a:xfrm>
            <a:off x="4325360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9DDF57-2F6A-4AB9-19D9-78F25ECD4919}"/>
              </a:ext>
            </a:extLst>
          </p:cNvPr>
          <p:cNvSpPr/>
          <p:nvPr/>
        </p:nvSpPr>
        <p:spPr>
          <a:xfrm>
            <a:off x="6679769" y="450821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D2D1A6B-F3FD-349A-4DAA-E929EFBEE003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4630161" y="3535042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CFA1ADD-4EE2-EC6E-EA15-FA6F7D65DFD3}"/>
              </a:ext>
            </a:extLst>
          </p:cNvPr>
          <p:cNvCxnSpPr>
            <a:stCxn id="5" idx="5"/>
            <a:endCxn id="9" idx="0"/>
          </p:cNvCxnSpPr>
          <p:nvPr/>
        </p:nvCxnSpPr>
        <p:spPr>
          <a:xfrm>
            <a:off x="6008079" y="3535042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90A2CE40-8ADE-5FA3-7E26-D3CAFB503E08}"/>
              </a:ext>
            </a:extLst>
          </p:cNvPr>
          <p:cNvSpPr/>
          <p:nvPr/>
        </p:nvSpPr>
        <p:spPr>
          <a:xfrm>
            <a:off x="4325359" y="5205554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A24D083-8204-B61C-47A0-642659F47C9A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625542" y="4411235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51BCD56-2AB1-3573-7416-53F3F26E17E7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 flipH="1">
            <a:off x="4625541" y="5108576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390A8B7-28DB-D36C-D796-9D20ED03FEA5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6979951" y="4411235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D417D5-0FA4-EE1E-F2F0-BAD2674BD9EE}"/>
              </a:ext>
            </a:extLst>
          </p:cNvPr>
          <p:cNvSpPr txBox="1"/>
          <p:nvPr/>
        </p:nvSpPr>
        <p:spPr>
          <a:xfrm>
            <a:off x="7626496" y="5157065"/>
            <a:ext cx="4156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패턴 </a:t>
            </a:r>
            <a:r>
              <a:rPr lang="en-US" altLang="ko-KR" sz="3600" dirty="0"/>
              <a:t>P</a:t>
            </a:r>
            <a:r>
              <a:rPr lang="ko-KR" altLang="en-US" sz="3600" dirty="0"/>
              <a:t>개면</a:t>
            </a:r>
            <a:endParaRPr lang="en-US" altLang="ko-KR" sz="3600" dirty="0"/>
          </a:p>
          <a:p>
            <a:r>
              <a:rPr lang="en-US" altLang="ko-KR" sz="3600" dirty="0"/>
              <a:t>P</a:t>
            </a:r>
            <a:r>
              <a:rPr lang="ko-KR" altLang="en-US" sz="3600" dirty="0"/>
              <a:t>번 다시 훑어야</a:t>
            </a:r>
            <a:r>
              <a:rPr lang="en-US" altLang="ko-KR" sz="3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8984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027F-F2F9-2FF8-09CF-C8E6F5518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AF177-FE0A-78E6-6681-499F7CEA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A9F5F3-B37B-2B11-F530-9D34458EE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실패 링크 </a:t>
            </a:r>
            <a:r>
              <a:rPr lang="en-US" altLang="ko-KR" dirty="0"/>
              <a:t>like KMP’s </a:t>
            </a:r>
            <a:r>
              <a:rPr lang="ko-KR" altLang="en-US" dirty="0"/>
              <a:t>실패 함수</a:t>
            </a:r>
            <a:endParaRPr lang="en-US" altLang="ko-KR" dirty="0"/>
          </a:p>
          <a:p>
            <a:r>
              <a:rPr lang="ko-KR" altLang="en-US" dirty="0"/>
              <a:t>복습</a:t>
            </a:r>
            <a:r>
              <a:rPr lang="en-US" altLang="ko-KR" dirty="0"/>
              <a:t>) KMP</a:t>
            </a:r>
            <a:r>
              <a:rPr lang="ko-KR" altLang="en-US" dirty="0"/>
              <a:t>에서 실패 함수가 불일치 났을 때 </a:t>
            </a:r>
            <a:r>
              <a:rPr lang="en-US" altLang="ko-KR" dirty="0"/>
              <a:t>“</a:t>
            </a:r>
            <a:r>
              <a:rPr lang="ko-KR" altLang="en-US" dirty="0"/>
              <a:t>여기서부터</a:t>
            </a:r>
            <a:r>
              <a:rPr lang="en-US" altLang="ko-KR" dirty="0"/>
              <a:t>” </a:t>
            </a:r>
            <a:r>
              <a:rPr lang="ko-KR" altLang="en-US" dirty="0"/>
              <a:t>비교하라고 알려줬듯이</a:t>
            </a:r>
            <a:endParaRPr lang="en-US" altLang="ko-KR" dirty="0"/>
          </a:p>
          <a:p>
            <a:r>
              <a:rPr lang="ko-KR" altLang="en-US" dirty="0"/>
              <a:t>트라이의 각 노드마다 그걸 달아준다</a:t>
            </a:r>
            <a:r>
              <a:rPr lang="en-US" altLang="ko-KR" dirty="0"/>
              <a:t>. </a:t>
            </a:r>
            <a:r>
              <a:rPr lang="ko-KR" altLang="en-US" dirty="0"/>
              <a:t>그걸 실패 링크라고 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노드 </a:t>
            </a:r>
            <a:r>
              <a:rPr lang="en-US" altLang="ko-KR" dirty="0"/>
              <a:t>N</a:t>
            </a:r>
            <a:r>
              <a:rPr lang="ko-KR" altLang="en-US" dirty="0"/>
              <a:t>의 실패 링크 </a:t>
            </a:r>
            <a:r>
              <a:rPr lang="en-US" altLang="ko-KR" dirty="0"/>
              <a:t>= N</a:t>
            </a:r>
            <a:r>
              <a:rPr lang="ko-KR" altLang="en-US" dirty="0"/>
              <a:t>까지 오면서 매칭된 문자열의 가장 긴 접미사</a:t>
            </a:r>
            <a:r>
              <a:rPr lang="en-US" altLang="ko-KR" dirty="0"/>
              <a:t>(</a:t>
            </a:r>
            <a:r>
              <a:rPr lang="ko-KR" altLang="en-US" dirty="0"/>
              <a:t>본인 제외</a:t>
            </a:r>
            <a:r>
              <a:rPr lang="en-US" altLang="ko-KR" dirty="0"/>
              <a:t>)</a:t>
            </a:r>
            <a:r>
              <a:rPr lang="ko-KR" altLang="en-US" dirty="0"/>
              <a:t>가 트라이 내 어느 노드에 대응하는지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14702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1061-A9E0-33CA-CE78-56B8C820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BA4DE-C491-B43D-77F0-D3013D02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44A81-7045-C685-D1C9-2A67B879F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XBC </a:t>
            </a:r>
            <a:r>
              <a:rPr lang="ko-KR" altLang="en-US" dirty="0"/>
              <a:t>라는 텍스트에서 </a:t>
            </a:r>
            <a:r>
              <a:rPr lang="en-US" altLang="ko-KR" dirty="0"/>
              <a:t>AB, BC, ABC </a:t>
            </a:r>
            <a:r>
              <a:rPr lang="ko-KR" altLang="en-US" dirty="0"/>
              <a:t>패턴 중 하나가 있는지 확인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3722188-3380-DBFD-F050-C4D073EA9185}"/>
              </a:ext>
            </a:extLst>
          </p:cNvPr>
          <p:cNvSpPr/>
          <p:nvPr/>
        </p:nvSpPr>
        <p:spPr>
          <a:xfrm>
            <a:off x="5698837" y="236681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0C91A51-08EE-8B7A-3E3E-5C726DC7E7F5}"/>
              </a:ext>
            </a:extLst>
          </p:cNvPr>
          <p:cNvSpPr/>
          <p:nvPr/>
        </p:nvSpPr>
        <p:spPr>
          <a:xfrm>
            <a:off x="453317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839370B-F624-712B-B514-90DB6B14BFF4}"/>
              </a:ext>
            </a:extLst>
          </p:cNvPr>
          <p:cNvSpPr/>
          <p:nvPr/>
        </p:nvSpPr>
        <p:spPr>
          <a:xfrm>
            <a:off x="688296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ADB60A8-D012-E6DE-45F5-23C86B5E4A64}"/>
              </a:ext>
            </a:extLst>
          </p:cNvPr>
          <p:cNvSpPr/>
          <p:nvPr/>
        </p:nvSpPr>
        <p:spPr>
          <a:xfrm>
            <a:off x="4528560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BFED0B5-913F-7ECA-C33F-40DA74BAA5E8}"/>
              </a:ext>
            </a:extLst>
          </p:cNvPr>
          <p:cNvSpPr/>
          <p:nvPr/>
        </p:nvSpPr>
        <p:spPr>
          <a:xfrm>
            <a:off x="6882969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3E1102C-017C-9751-E47C-B05A7EBBF0A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4833361" y="2879261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A5630D6-3A78-B00B-5C9B-F2A626481A1E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11279" y="2879261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DB2FD7C4-D5CD-5F69-C242-393B1DBDA35E}"/>
              </a:ext>
            </a:extLst>
          </p:cNvPr>
          <p:cNvSpPr/>
          <p:nvPr/>
        </p:nvSpPr>
        <p:spPr>
          <a:xfrm>
            <a:off x="4528559" y="45497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3D5E8E0-BE86-FC07-E605-F9DB4F9E50AD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828742" y="375545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A3C784C-41A4-40D0-5610-DA99C382EBEA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28741" y="4452795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06A008C-D7B7-325F-3863-9AA04E399517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183151" y="3755454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FA4841F-3EEC-B331-B2F0-7C290C25DF74}"/>
              </a:ext>
            </a:extLst>
          </p:cNvPr>
          <p:cNvSpPr txBox="1"/>
          <p:nvPr/>
        </p:nvSpPr>
        <p:spPr>
          <a:xfrm>
            <a:off x="5509664" y="2228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205136-3DFF-B882-9AD0-A23BE28DCB23}"/>
              </a:ext>
            </a:extLst>
          </p:cNvPr>
          <p:cNvSpPr txBox="1"/>
          <p:nvPr/>
        </p:nvSpPr>
        <p:spPr>
          <a:xfrm>
            <a:off x="4309797" y="2901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94D88-8CCE-A578-3C0B-16E49BA7B670}"/>
              </a:ext>
            </a:extLst>
          </p:cNvPr>
          <p:cNvSpPr txBox="1"/>
          <p:nvPr/>
        </p:nvSpPr>
        <p:spPr>
          <a:xfrm>
            <a:off x="4298340" y="3700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F2E04-8640-F359-118B-E8410E1A772D}"/>
              </a:ext>
            </a:extLst>
          </p:cNvPr>
          <p:cNvSpPr txBox="1"/>
          <p:nvPr/>
        </p:nvSpPr>
        <p:spPr>
          <a:xfrm>
            <a:off x="4282087" y="43462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68DE7-7A04-5BFB-BB70-FDDB6C485270}"/>
              </a:ext>
            </a:extLst>
          </p:cNvPr>
          <p:cNvSpPr txBox="1"/>
          <p:nvPr/>
        </p:nvSpPr>
        <p:spPr>
          <a:xfrm>
            <a:off x="7395411" y="29704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D7AD43-575F-0757-A545-4476D2C29203}"/>
              </a:ext>
            </a:extLst>
          </p:cNvPr>
          <p:cNvSpPr txBox="1"/>
          <p:nvPr/>
        </p:nvSpPr>
        <p:spPr>
          <a:xfrm>
            <a:off x="7439372" y="3755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85485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AC8B-2CC5-2C32-1696-AA7F59C1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AA880-248F-9A72-2D6C-F1308386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00FE8-3A9F-F3D0-A9D4-BF560270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XBC </a:t>
            </a:r>
            <a:r>
              <a:rPr lang="ko-KR" altLang="en-US" dirty="0"/>
              <a:t>라는 텍스트에서 </a:t>
            </a:r>
            <a:r>
              <a:rPr lang="en-US" altLang="ko-KR" dirty="0"/>
              <a:t>AB, BC, ABC </a:t>
            </a:r>
            <a:r>
              <a:rPr lang="ko-KR" altLang="en-US" dirty="0"/>
              <a:t>패턴 중 하나가 있는지 확인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2278F9D-7E24-410F-7B8F-146A0FFD1864}"/>
              </a:ext>
            </a:extLst>
          </p:cNvPr>
          <p:cNvSpPr/>
          <p:nvPr/>
        </p:nvSpPr>
        <p:spPr>
          <a:xfrm>
            <a:off x="5698837" y="236681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AB2CCE7-81BA-8409-58A2-376C5CAFAA36}"/>
              </a:ext>
            </a:extLst>
          </p:cNvPr>
          <p:cNvSpPr/>
          <p:nvPr/>
        </p:nvSpPr>
        <p:spPr>
          <a:xfrm>
            <a:off x="453317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400D2E1-D09E-8C16-DAFE-7C8AAA43671E}"/>
              </a:ext>
            </a:extLst>
          </p:cNvPr>
          <p:cNvSpPr/>
          <p:nvPr/>
        </p:nvSpPr>
        <p:spPr>
          <a:xfrm>
            <a:off x="688296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C8763A-4055-24A3-D3A3-92CDF376B709}"/>
              </a:ext>
            </a:extLst>
          </p:cNvPr>
          <p:cNvSpPr/>
          <p:nvPr/>
        </p:nvSpPr>
        <p:spPr>
          <a:xfrm>
            <a:off x="4528560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63B97A3-A99A-DF9C-2D76-CA9C09C4ECA2}"/>
              </a:ext>
            </a:extLst>
          </p:cNvPr>
          <p:cNvSpPr/>
          <p:nvPr/>
        </p:nvSpPr>
        <p:spPr>
          <a:xfrm>
            <a:off x="6882969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55FF6F-7D92-722F-D759-B867EE0BEAB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4833361" y="2879261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AADDD7-03F6-0103-65DD-1EB685A1BD40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11279" y="2879261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D7E2BCD7-CBD4-B08D-6B72-E1397C498F48}"/>
              </a:ext>
            </a:extLst>
          </p:cNvPr>
          <p:cNvSpPr/>
          <p:nvPr/>
        </p:nvSpPr>
        <p:spPr>
          <a:xfrm>
            <a:off x="4528559" y="45497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4EB37D7-8D08-80DA-4352-D18F93A3B642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828742" y="375545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851F21-7424-CB71-89E8-B3B5B2D6DD1C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28741" y="4452795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EB7EAF3-EF2E-211C-A075-2A09AD261286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183151" y="3755454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AF578C2-AF91-EED6-69F0-35714715E954}"/>
              </a:ext>
            </a:extLst>
          </p:cNvPr>
          <p:cNvSpPr txBox="1"/>
          <p:nvPr/>
        </p:nvSpPr>
        <p:spPr>
          <a:xfrm>
            <a:off x="5509664" y="2228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EC293C-72D9-461B-F887-68F7E32DD428}"/>
              </a:ext>
            </a:extLst>
          </p:cNvPr>
          <p:cNvSpPr txBox="1"/>
          <p:nvPr/>
        </p:nvSpPr>
        <p:spPr>
          <a:xfrm>
            <a:off x="4309797" y="2901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60139-5CE5-AE85-8F70-9FDCC9FD8E3E}"/>
              </a:ext>
            </a:extLst>
          </p:cNvPr>
          <p:cNvSpPr txBox="1"/>
          <p:nvPr/>
        </p:nvSpPr>
        <p:spPr>
          <a:xfrm>
            <a:off x="4298340" y="3700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D42175-334B-9E31-E8F1-681CD8A0F854}"/>
              </a:ext>
            </a:extLst>
          </p:cNvPr>
          <p:cNvSpPr txBox="1"/>
          <p:nvPr/>
        </p:nvSpPr>
        <p:spPr>
          <a:xfrm>
            <a:off x="4282087" y="43462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FB85F-E382-5A72-DE89-CB76C888A979}"/>
              </a:ext>
            </a:extLst>
          </p:cNvPr>
          <p:cNvSpPr txBox="1"/>
          <p:nvPr/>
        </p:nvSpPr>
        <p:spPr>
          <a:xfrm>
            <a:off x="7395411" y="29704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647F5B-E34B-80BA-2FDC-1C4896FF0EE1}"/>
              </a:ext>
            </a:extLst>
          </p:cNvPr>
          <p:cNvSpPr txBox="1"/>
          <p:nvPr/>
        </p:nvSpPr>
        <p:spPr>
          <a:xfrm>
            <a:off x="7439372" y="3755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D4D6C4-3C16-AAD9-58E6-B62AC22A7BC6}"/>
              </a:ext>
            </a:extLst>
          </p:cNvPr>
          <p:cNvSpPr txBox="1"/>
          <p:nvPr/>
        </p:nvSpPr>
        <p:spPr>
          <a:xfrm>
            <a:off x="1117953" y="2717582"/>
            <a:ext cx="41563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X</a:t>
            </a:r>
            <a:r>
              <a:rPr lang="en-US" altLang="ko-KR" sz="3600" dirty="0"/>
              <a:t>BC</a:t>
            </a:r>
          </a:p>
          <a:p>
            <a:endParaRPr lang="en-US" altLang="ko-KR" sz="3600" dirty="0"/>
          </a:p>
          <a:p>
            <a:r>
              <a:rPr lang="en-US" altLang="ko-KR" sz="3600" dirty="0"/>
              <a:t>ROOT</a:t>
            </a:r>
            <a:r>
              <a:rPr lang="ko-KR" altLang="en-US" sz="3600" dirty="0"/>
              <a:t>에서</a:t>
            </a:r>
            <a:endParaRPr lang="en-US" altLang="ko-KR" sz="3600" dirty="0"/>
          </a:p>
          <a:p>
            <a:r>
              <a:rPr lang="ko-KR" altLang="en-US" sz="3600" dirty="0"/>
              <a:t>갈 수 없음</a:t>
            </a:r>
            <a:endParaRPr lang="en-US" altLang="ko-KR" sz="3600" dirty="0"/>
          </a:p>
          <a:p>
            <a:r>
              <a:rPr lang="en-US" altLang="ko-KR" sz="3600" dirty="0"/>
              <a:t>(ROOT </a:t>
            </a:r>
            <a:r>
              <a:rPr lang="ko-KR" altLang="en-US" sz="3600" dirty="0"/>
              <a:t>유지</a:t>
            </a:r>
            <a:r>
              <a:rPr lang="en-US" altLang="ko-K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02123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B1F6-42D6-7791-C519-7BAEB10A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CCD38-E30C-8E8A-27A5-1361DE8E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F59CF-5978-C5F3-5D79-AFB85A02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XBC </a:t>
            </a:r>
            <a:r>
              <a:rPr lang="ko-KR" altLang="en-US" dirty="0"/>
              <a:t>라는 텍스트에서 </a:t>
            </a:r>
            <a:r>
              <a:rPr lang="en-US" altLang="ko-KR" dirty="0"/>
              <a:t>AB, BC, ABC </a:t>
            </a:r>
            <a:r>
              <a:rPr lang="ko-KR" altLang="en-US" dirty="0"/>
              <a:t>패턴 중 하나가 있는지 확인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48AECFF-5F0E-B68B-502B-2710D8EEE4B0}"/>
              </a:ext>
            </a:extLst>
          </p:cNvPr>
          <p:cNvSpPr/>
          <p:nvPr/>
        </p:nvSpPr>
        <p:spPr>
          <a:xfrm>
            <a:off x="5698837" y="236681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ABCA5E6-0FB3-625C-3B1D-71F3A314AB4E}"/>
              </a:ext>
            </a:extLst>
          </p:cNvPr>
          <p:cNvSpPr/>
          <p:nvPr/>
        </p:nvSpPr>
        <p:spPr>
          <a:xfrm>
            <a:off x="453317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0AEC1B3-C652-996E-85BD-99BAECFCA84F}"/>
              </a:ext>
            </a:extLst>
          </p:cNvPr>
          <p:cNvSpPr/>
          <p:nvPr/>
        </p:nvSpPr>
        <p:spPr>
          <a:xfrm>
            <a:off x="6882969" y="3155091"/>
            <a:ext cx="600363" cy="60036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EB4242-5F63-40C1-AF3D-59D1FFF71716}"/>
              </a:ext>
            </a:extLst>
          </p:cNvPr>
          <p:cNvSpPr/>
          <p:nvPr/>
        </p:nvSpPr>
        <p:spPr>
          <a:xfrm>
            <a:off x="4528560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DE77692-BC73-974B-240D-D2A0E6127C72}"/>
              </a:ext>
            </a:extLst>
          </p:cNvPr>
          <p:cNvSpPr/>
          <p:nvPr/>
        </p:nvSpPr>
        <p:spPr>
          <a:xfrm>
            <a:off x="6882969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7F622D9-D630-CE7A-35DA-2D67DD826A9B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4833361" y="2879261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4FBFFA5-44A8-DE50-3CF2-4AA8A71D4999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11279" y="2879261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F602E21A-7295-68A0-BD34-1069A654D443}"/>
              </a:ext>
            </a:extLst>
          </p:cNvPr>
          <p:cNvSpPr/>
          <p:nvPr/>
        </p:nvSpPr>
        <p:spPr>
          <a:xfrm>
            <a:off x="4528559" y="45497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110A816-B6CE-0354-C430-4E04469DCCF9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828742" y="375545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32CD037-EBE0-1ED0-4CBD-99AC79727D01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28741" y="4452795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211EA36-280D-EA9C-1066-6CCF36171A5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183151" y="3755454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B0628F-711E-EF2D-A80D-B41226107702}"/>
              </a:ext>
            </a:extLst>
          </p:cNvPr>
          <p:cNvSpPr txBox="1"/>
          <p:nvPr/>
        </p:nvSpPr>
        <p:spPr>
          <a:xfrm>
            <a:off x="5509664" y="2228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84DD3-E9E1-3862-115E-26AEBE373F1E}"/>
              </a:ext>
            </a:extLst>
          </p:cNvPr>
          <p:cNvSpPr txBox="1"/>
          <p:nvPr/>
        </p:nvSpPr>
        <p:spPr>
          <a:xfrm>
            <a:off x="4309797" y="2901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43C3B1-057A-7FFD-CBD5-95AAB19F4D81}"/>
              </a:ext>
            </a:extLst>
          </p:cNvPr>
          <p:cNvSpPr txBox="1"/>
          <p:nvPr/>
        </p:nvSpPr>
        <p:spPr>
          <a:xfrm>
            <a:off x="4298340" y="3700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024706-F682-E9AA-6770-79BE2DD6BCBD}"/>
              </a:ext>
            </a:extLst>
          </p:cNvPr>
          <p:cNvSpPr txBox="1"/>
          <p:nvPr/>
        </p:nvSpPr>
        <p:spPr>
          <a:xfrm>
            <a:off x="4282087" y="43462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5F4564-4DE2-849A-C957-56D622AAECC6}"/>
              </a:ext>
            </a:extLst>
          </p:cNvPr>
          <p:cNvSpPr txBox="1"/>
          <p:nvPr/>
        </p:nvSpPr>
        <p:spPr>
          <a:xfrm>
            <a:off x="7395411" y="29704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EE90B-89CD-5485-1D0A-2EFC7088230B}"/>
              </a:ext>
            </a:extLst>
          </p:cNvPr>
          <p:cNvSpPr txBox="1"/>
          <p:nvPr/>
        </p:nvSpPr>
        <p:spPr>
          <a:xfrm>
            <a:off x="7439372" y="3755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2DF434-ED19-0560-F2FB-6D685E5BC493}"/>
              </a:ext>
            </a:extLst>
          </p:cNvPr>
          <p:cNvSpPr txBox="1"/>
          <p:nvPr/>
        </p:nvSpPr>
        <p:spPr>
          <a:xfrm>
            <a:off x="1117953" y="2717582"/>
            <a:ext cx="41563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X</a:t>
            </a:r>
            <a:r>
              <a:rPr lang="en-US" altLang="ko-KR" sz="3600" b="1" dirty="0">
                <a:solidFill>
                  <a:srgbClr val="FF0000"/>
                </a:solidFill>
              </a:rPr>
              <a:t>B</a:t>
            </a:r>
            <a:r>
              <a:rPr lang="en-US" altLang="ko-KR" sz="3600" dirty="0"/>
              <a:t>C</a:t>
            </a:r>
          </a:p>
          <a:p>
            <a:endParaRPr lang="en-US" altLang="ko-KR" sz="3600" dirty="0"/>
          </a:p>
          <a:p>
            <a:r>
              <a:rPr lang="en-US" altLang="ko-KR" sz="3600" dirty="0"/>
              <a:t>ROOT</a:t>
            </a:r>
            <a:r>
              <a:rPr lang="ko-KR" altLang="en-US" sz="3600" dirty="0"/>
              <a:t>에서</a:t>
            </a:r>
            <a:endParaRPr lang="en-US" altLang="ko-KR" sz="3600" dirty="0"/>
          </a:p>
          <a:p>
            <a:r>
              <a:rPr lang="ko-KR" altLang="en-US" sz="3600" dirty="0"/>
              <a:t>갈 수 있음</a:t>
            </a:r>
            <a:endParaRPr lang="en-US" altLang="ko-KR" sz="3600" dirty="0"/>
          </a:p>
          <a:p>
            <a:r>
              <a:rPr lang="en-US" altLang="ko-KR" sz="3600" dirty="0"/>
              <a:t>(5</a:t>
            </a:r>
            <a:r>
              <a:rPr lang="ko-KR" altLang="en-US" sz="3600" dirty="0"/>
              <a:t>번 노드</a:t>
            </a:r>
            <a:r>
              <a:rPr lang="en-US" altLang="ko-K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36194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3209-B2EA-5FF8-BC80-5F40889F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16370-8B17-010E-F898-0B52EA81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98940-9DBE-56CE-76D2-A73EA8663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XBC </a:t>
            </a:r>
            <a:r>
              <a:rPr lang="ko-KR" altLang="en-US" dirty="0"/>
              <a:t>라는 텍스트에서 </a:t>
            </a:r>
            <a:r>
              <a:rPr lang="en-US" altLang="ko-KR" dirty="0"/>
              <a:t>AB, BC, ABC </a:t>
            </a:r>
            <a:r>
              <a:rPr lang="ko-KR" altLang="en-US" dirty="0"/>
              <a:t>패턴 중 하나가 있는지 확인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4BCA830-EF35-6EB5-552E-05A2515F0032}"/>
              </a:ext>
            </a:extLst>
          </p:cNvPr>
          <p:cNvSpPr/>
          <p:nvPr/>
        </p:nvSpPr>
        <p:spPr>
          <a:xfrm>
            <a:off x="5698837" y="236681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4382BE3-34B6-B4FF-1297-7701D5EFF851}"/>
              </a:ext>
            </a:extLst>
          </p:cNvPr>
          <p:cNvSpPr/>
          <p:nvPr/>
        </p:nvSpPr>
        <p:spPr>
          <a:xfrm>
            <a:off x="453317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52574E4-D399-3F62-5E09-1DD06346AEF7}"/>
              </a:ext>
            </a:extLst>
          </p:cNvPr>
          <p:cNvSpPr/>
          <p:nvPr/>
        </p:nvSpPr>
        <p:spPr>
          <a:xfrm>
            <a:off x="6882969" y="3155091"/>
            <a:ext cx="600363" cy="600363"/>
          </a:xfrm>
          <a:prstGeom prst="ellips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C3BE4E6-F283-BAB4-E0DE-8FC601EB2C8C}"/>
              </a:ext>
            </a:extLst>
          </p:cNvPr>
          <p:cNvSpPr/>
          <p:nvPr/>
        </p:nvSpPr>
        <p:spPr>
          <a:xfrm>
            <a:off x="4528560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BFD1B08-4598-57AE-1879-5BE7D46FE5D0}"/>
              </a:ext>
            </a:extLst>
          </p:cNvPr>
          <p:cNvSpPr/>
          <p:nvPr/>
        </p:nvSpPr>
        <p:spPr>
          <a:xfrm>
            <a:off x="6882969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4703A2D-1E29-B324-4D22-A8BC0C10910E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4833361" y="2879261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4C0662-B6CE-ECB6-8F80-5D3846D729BD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11279" y="2879261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EE2D247-1F41-6DBC-208A-EEDFFA3E83DB}"/>
              </a:ext>
            </a:extLst>
          </p:cNvPr>
          <p:cNvSpPr/>
          <p:nvPr/>
        </p:nvSpPr>
        <p:spPr>
          <a:xfrm>
            <a:off x="4528559" y="45497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882226C-3711-A6B9-0433-702503443E1F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828742" y="375545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83E82E-720F-F45A-E9FE-698B16775122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28741" y="4452795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ADFC0FF-F0A1-2B65-366C-8BCA4C5B7FD0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183151" y="3755454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6AC931-4894-B005-7D67-DD921AB7AE92}"/>
              </a:ext>
            </a:extLst>
          </p:cNvPr>
          <p:cNvSpPr txBox="1"/>
          <p:nvPr/>
        </p:nvSpPr>
        <p:spPr>
          <a:xfrm>
            <a:off x="5509664" y="2228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D6EC83-57E9-0E46-3EA0-F397798C2F41}"/>
              </a:ext>
            </a:extLst>
          </p:cNvPr>
          <p:cNvSpPr txBox="1"/>
          <p:nvPr/>
        </p:nvSpPr>
        <p:spPr>
          <a:xfrm>
            <a:off x="4309797" y="2901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576CE-D5E3-0E4C-FE86-79B33C5372E9}"/>
              </a:ext>
            </a:extLst>
          </p:cNvPr>
          <p:cNvSpPr txBox="1"/>
          <p:nvPr/>
        </p:nvSpPr>
        <p:spPr>
          <a:xfrm>
            <a:off x="4298340" y="3700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9E14D1-BA4F-A818-5A5C-76364C199D89}"/>
              </a:ext>
            </a:extLst>
          </p:cNvPr>
          <p:cNvSpPr txBox="1"/>
          <p:nvPr/>
        </p:nvSpPr>
        <p:spPr>
          <a:xfrm>
            <a:off x="4282087" y="43462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9D1BC-F973-6555-2B66-4F66636A7098}"/>
              </a:ext>
            </a:extLst>
          </p:cNvPr>
          <p:cNvSpPr txBox="1"/>
          <p:nvPr/>
        </p:nvSpPr>
        <p:spPr>
          <a:xfrm>
            <a:off x="7395411" y="29704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D2BFF-4635-BC81-91DF-BCA8679D82B2}"/>
              </a:ext>
            </a:extLst>
          </p:cNvPr>
          <p:cNvSpPr txBox="1"/>
          <p:nvPr/>
        </p:nvSpPr>
        <p:spPr>
          <a:xfrm>
            <a:off x="7439372" y="3755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D17543-516B-C8DD-006C-DC58579F4441}"/>
              </a:ext>
            </a:extLst>
          </p:cNvPr>
          <p:cNvSpPr txBox="1"/>
          <p:nvPr/>
        </p:nvSpPr>
        <p:spPr>
          <a:xfrm>
            <a:off x="1117953" y="2717582"/>
            <a:ext cx="41563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XB</a:t>
            </a:r>
            <a:r>
              <a:rPr lang="en-US" altLang="ko-KR" sz="3600" b="1" dirty="0">
                <a:solidFill>
                  <a:srgbClr val="FF0000"/>
                </a:solidFill>
              </a:rPr>
              <a:t>C</a:t>
            </a:r>
          </a:p>
          <a:p>
            <a:endParaRPr lang="en-US" altLang="ko-KR" sz="3600" dirty="0"/>
          </a:p>
          <a:p>
            <a:r>
              <a:rPr lang="en-US" altLang="ko-KR" sz="3600" dirty="0"/>
              <a:t>5</a:t>
            </a:r>
            <a:r>
              <a:rPr lang="ko-KR" altLang="en-US" sz="3600" dirty="0"/>
              <a:t>번 노드에서</a:t>
            </a:r>
            <a:endParaRPr lang="en-US" altLang="ko-KR" sz="3600" dirty="0"/>
          </a:p>
          <a:p>
            <a:r>
              <a:rPr lang="ko-KR" altLang="en-US" sz="3600" dirty="0"/>
              <a:t>갈 수 있음</a:t>
            </a:r>
            <a:endParaRPr lang="en-US" altLang="ko-KR" sz="3600" dirty="0"/>
          </a:p>
          <a:p>
            <a:r>
              <a:rPr lang="en-US" altLang="ko-KR" sz="3600" dirty="0"/>
              <a:t>(6</a:t>
            </a:r>
            <a:r>
              <a:rPr lang="ko-KR" altLang="en-US" sz="3600" dirty="0"/>
              <a:t>번 노드</a:t>
            </a:r>
            <a:r>
              <a:rPr lang="en-US" altLang="ko-K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27200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B96A-77C5-AEFC-BE25-0CAFF183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F326B-68CC-236A-4026-C670C3E3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99814-16A1-7BA9-468A-0B305B656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XBC </a:t>
            </a:r>
            <a:r>
              <a:rPr lang="ko-KR" altLang="en-US" dirty="0"/>
              <a:t>라는 텍스트에서 </a:t>
            </a:r>
            <a:r>
              <a:rPr lang="en-US" altLang="ko-KR" dirty="0"/>
              <a:t>AB, BC, ABC </a:t>
            </a:r>
            <a:r>
              <a:rPr lang="ko-KR" altLang="en-US" dirty="0"/>
              <a:t>패턴 중 하나가 있는지 확인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3998BC8-CC72-84A6-22A8-D26EC96E3F3C}"/>
              </a:ext>
            </a:extLst>
          </p:cNvPr>
          <p:cNvSpPr/>
          <p:nvPr/>
        </p:nvSpPr>
        <p:spPr>
          <a:xfrm>
            <a:off x="5698837" y="2366819"/>
            <a:ext cx="600363" cy="60036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6F4D26E-43B0-4C43-FEE7-8F9E1C34CBFD}"/>
              </a:ext>
            </a:extLst>
          </p:cNvPr>
          <p:cNvSpPr/>
          <p:nvPr/>
        </p:nvSpPr>
        <p:spPr>
          <a:xfrm>
            <a:off x="4533179" y="3155091"/>
            <a:ext cx="600363" cy="60036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B0893DC-23F3-C17C-8892-275D0D7358CE}"/>
              </a:ext>
            </a:extLst>
          </p:cNvPr>
          <p:cNvSpPr/>
          <p:nvPr/>
        </p:nvSpPr>
        <p:spPr>
          <a:xfrm>
            <a:off x="6882969" y="3155091"/>
            <a:ext cx="600363" cy="600363"/>
          </a:xfrm>
          <a:prstGeom prst="ellips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D3558D4-BAC1-39AC-35B7-B936DC33F297}"/>
              </a:ext>
            </a:extLst>
          </p:cNvPr>
          <p:cNvSpPr/>
          <p:nvPr/>
        </p:nvSpPr>
        <p:spPr>
          <a:xfrm>
            <a:off x="4528560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5EC87B6-5D67-DFA3-BDB0-2B85DF9CBCCF}"/>
              </a:ext>
            </a:extLst>
          </p:cNvPr>
          <p:cNvSpPr/>
          <p:nvPr/>
        </p:nvSpPr>
        <p:spPr>
          <a:xfrm>
            <a:off x="6882969" y="3852432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ABCE9F-2E9D-2FBF-8385-BFF487DF61D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4833361" y="2879261"/>
            <a:ext cx="953397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6A0E679-B600-E062-D66D-FCA5EB2AF033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11279" y="2879261"/>
            <a:ext cx="971872" cy="275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0170D676-B5E8-9416-F368-C7EDED3A88AF}"/>
              </a:ext>
            </a:extLst>
          </p:cNvPr>
          <p:cNvSpPr/>
          <p:nvPr/>
        </p:nvSpPr>
        <p:spPr>
          <a:xfrm>
            <a:off x="4528559" y="4549773"/>
            <a:ext cx="600363" cy="6003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4259939-68C0-7DCD-F260-21037A13D408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828742" y="3755454"/>
            <a:ext cx="4619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AA70FB-EF9E-D23F-665A-7ED407A754AB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28741" y="4452795"/>
            <a:ext cx="1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2A58C9D-DBFB-37D0-B25D-F8998734827D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7183151" y="3755454"/>
            <a:ext cx="0" cy="96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FBCEDB-737A-36C0-42D5-03D05772C59D}"/>
              </a:ext>
            </a:extLst>
          </p:cNvPr>
          <p:cNvSpPr txBox="1"/>
          <p:nvPr/>
        </p:nvSpPr>
        <p:spPr>
          <a:xfrm>
            <a:off x="5509664" y="2228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E5EFA7-3F32-7292-A5AD-C098722B2436}"/>
              </a:ext>
            </a:extLst>
          </p:cNvPr>
          <p:cNvSpPr txBox="1"/>
          <p:nvPr/>
        </p:nvSpPr>
        <p:spPr>
          <a:xfrm>
            <a:off x="4309797" y="29012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F0FB3A-4A55-5635-AE05-9E6C2AB933DE}"/>
              </a:ext>
            </a:extLst>
          </p:cNvPr>
          <p:cNvSpPr txBox="1"/>
          <p:nvPr/>
        </p:nvSpPr>
        <p:spPr>
          <a:xfrm>
            <a:off x="4298340" y="3700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7079E-E8D1-E358-B3F4-9C5B24E10733}"/>
              </a:ext>
            </a:extLst>
          </p:cNvPr>
          <p:cNvSpPr txBox="1"/>
          <p:nvPr/>
        </p:nvSpPr>
        <p:spPr>
          <a:xfrm>
            <a:off x="4282087" y="43462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6D7EE-DF72-8146-79B8-5595757C4967}"/>
              </a:ext>
            </a:extLst>
          </p:cNvPr>
          <p:cNvSpPr txBox="1"/>
          <p:nvPr/>
        </p:nvSpPr>
        <p:spPr>
          <a:xfrm>
            <a:off x="7395411" y="29704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340423-39A9-8D33-6B75-8C513772289D}"/>
              </a:ext>
            </a:extLst>
          </p:cNvPr>
          <p:cNvSpPr txBox="1"/>
          <p:nvPr/>
        </p:nvSpPr>
        <p:spPr>
          <a:xfrm>
            <a:off x="7439372" y="3755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40A0D6-9B86-1FE1-4374-34F1C07C5BC8}"/>
              </a:ext>
            </a:extLst>
          </p:cNvPr>
          <p:cNvSpPr txBox="1"/>
          <p:nvPr/>
        </p:nvSpPr>
        <p:spPr>
          <a:xfrm>
            <a:off x="1117953" y="2717582"/>
            <a:ext cx="41563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XB</a:t>
            </a:r>
            <a:r>
              <a:rPr lang="en-US" altLang="ko-KR" sz="3600" b="1" dirty="0">
                <a:solidFill>
                  <a:srgbClr val="FF0000"/>
                </a:solidFill>
              </a:rPr>
              <a:t>C</a:t>
            </a:r>
          </a:p>
          <a:p>
            <a:endParaRPr lang="en-US" altLang="ko-KR" sz="3600" dirty="0"/>
          </a:p>
          <a:p>
            <a:r>
              <a:rPr lang="en-US" altLang="ko-KR" sz="3600" dirty="0"/>
              <a:t>5</a:t>
            </a:r>
            <a:r>
              <a:rPr lang="ko-KR" altLang="en-US" sz="3600" dirty="0"/>
              <a:t>번 노드에서</a:t>
            </a:r>
            <a:endParaRPr lang="en-US" altLang="ko-KR" sz="3600" dirty="0"/>
          </a:p>
          <a:p>
            <a:r>
              <a:rPr lang="ko-KR" altLang="en-US" sz="3600" dirty="0"/>
              <a:t>갈 수 있음</a:t>
            </a:r>
            <a:endParaRPr lang="en-US" altLang="ko-KR" sz="3600" dirty="0"/>
          </a:p>
          <a:p>
            <a:r>
              <a:rPr lang="en-US" altLang="ko-KR" sz="3600" dirty="0"/>
              <a:t>(6</a:t>
            </a:r>
            <a:r>
              <a:rPr lang="ko-KR" altLang="en-US" sz="3600" dirty="0"/>
              <a:t>번 노드</a:t>
            </a:r>
            <a:r>
              <a:rPr lang="en-US" altLang="ko-KR" sz="3600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D03505-BEB4-2A44-8448-650830557E56}"/>
              </a:ext>
            </a:extLst>
          </p:cNvPr>
          <p:cNvSpPr txBox="1"/>
          <p:nvPr/>
        </p:nvSpPr>
        <p:spPr>
          <a:xfrm>
            <a:off x="7595024" y="4242195"/>
            <a:ext cx="46015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XB</a:t>
            </a:r>
            <a:r>
              <a:rPr lang="ko-KR" altLang="en-US" sz="2800" dirty="0"/>
              <a:t>를 읽는 과정에서</a:t>
            </a:r>
            <a:endParaRPr lang="en-US" altLang="ko-KR" sz="2800" dirty="0"/>
          </a:p>
          <a:p>
            <a:r>
              <a:rPr lang="en-US" altLang="ko-KR" sz="2800" dirty="0"/>
              <a:t>X</a:t>
            </a:r>
            <a:r>
              <a:rPr lang="ko-KR" altLang="en-US" sz="2800" dirty="0"/>
              <a:t>가 불일치 났을 때 </a:t>
            </a:r>
            <a:endParaRPr lang="en-US" altLang="ko-KR" sz="2800" dirty="0"/>
          </a:p>
          <a:p>
            <a:r>
              <a:rPr lang="ko-KR" altLang="en-US" sz="2800" dirty="0"/>
              <a:t>다시 </a:t>
            </a:r>
            <a:r>
              <a:rPr lang="en-US" altLang="ko-KR" sz="2800" dirty="0"/>
              <a:t>ROOT</a:t>
            </a:r>
            <a:r>
              <a:rPr lang="ko-KR" altLang="en-US" sz="2800" dirty="0"/>
              <a:t>로</a:t>
            </a:r>
            <a:endParaRPr lang="en-US" altLang="ko-KR" sz="2800" dirty="0"/>
          </a:p>
          <a:p>
            <a:r>
              <a:rPr lang="ko-KR" altLang="en-US" sz="2800" dirty="0"/>
              <a:t>돌아와서 </a:t>
            </a:r>
            <a:r>
              <a:rPr lang="en-US" altLang="ko-KR" sz="2800" dirty="0"/>
              <a:t>B</a:t>
            </a:r>
            <a:r>
              <a:rPr lang="ko-KR" altLang="en-US" sz="2800" dirty="0"/>
              <a:t>부터 매칭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9566311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3199-E953-3416-2AE8-3DE14436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1D3E7-9B6E-AA6B-7C4F-C7101E24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알고리즘 실패 링크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222DE-5D7F-D860-1F1E-26DF3D9A1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(BFS)</a:t>
            </a:r>
          </a:p>
          <a:p>
            <a:r>
              <a:rPr lang="ko-KR" altLang="en-US" dirty="0" err="1"/>
              <a:t>아까와</a:t>
            </a:r>
            <a:r>
              <a:rPr lang="ko-KR" altLang="en-US" dirty="0"/>
              <a:t> 달리 루트를 </a:t>
            </a:r>
            <a:r>
              <a:rPr lang="en-US" altLang="ko-KR" dirty="0"/>
              <a:t>0</a:t>
            </a:r>
            <a:r>
              <a:rPr lang="ko-KR" altLang="en-US" dirty="0"/>
              <a:t>으로 가정</a:t>
            </a:r>
            <a:r>
              <a:rPr lang="en-US" altLang="ko-KR" dirty="0"/>
              <a:t>(</a:t>
            </a:r>
            <a:r>
              <a:rPr lang="ko-KR" altLang="en-US" dirty="0"/>
              <a:t>관례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자식</a:t>
            </a:r>
            <a:r>
              <a:rPr lang="en-US" altLang="ko-KR" dirty="0"/>
              <a:t> </a:t>
            </a:r>
            <a:r>
              <a:rPr lang="ko-KR" altLang="en-US" dirty="0"/>
              <a:t>노드의 실패 링크는 부모 노드의</a:t>
            </a:r>
            <a:br>
              <a:rPr lang="en-US" altLang="ko-KR" dirty="0"/>
            </a:br>
            <a:r>
              <a:rPr lang="ko-KR" altLang="en-US" dirty="0"/>
              <a:t>실패 링크를 타고 올라가며</a:t>
            </a:r>
            <a:r>
              <a:rPr lang="en-US" altLang="ko-KR" dirty="0"/>
              <a:t>, </a:t>
            </a:r>
            <a:r>
              <a:rPr lang="ko-KR" altLang="en-US" dirty="0"/>
              <a:t>같은 글자</a:t>
            </a:r>
            <a:br>
              <a:rPr lang="en-US" altLang="ko-KR" dirty="0"/>
            </a:br>
            <a:r>
              <a:rPr lang="ko-KR" altLang="en-US" dirty="0"/>
              <a:t>로 이어지는 노드를 찾음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결국 </a:t>
            </a:r>
            <a:r>
              <a:rPr lang="en-US" altLang="ko-KR" dirty="0"/>
              <a:t>fail[next]</a:t>
            </a:r>
            <a:r>
              <a:rPr lang="ko-KR" altLang="en-US" dirty="0"/>
              <a:t>는 현재 노드까지 가장</a:t>
            </a:r>
            <a:br>
              <a:rPr lang="en-US" altLang="ko-KR" dirty="0"/>
            </a:br>
            <a:r>
              <a:rPr lang="ko-KR" altLang="en-US" dirty="0"/>
              <a:t>길게 겹치는 다른 패턴 위치를 가리킴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EDB0EE-0036-23AF-7F53-EE967350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212" y="1450109"/>
            <a:ext cx="3890588" cy="4869301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EDEF144-F0D2-4F16-13F2-F9A0394BE788}"/>
              </a:ext>
            </a:extLst>
          </p:cNvPr>
          <p:cNvCxnSpPr/>
          <p:nvPr/>
        </p:nvCxnSpPr>
        <p:spPr>
          <a:xfrm>
            <a:off x="6363855" y="4341091"/>
            <a:ext cx="1976581" cy="129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2536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54A4-394B-6404-1FDC-84540F25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D3AF-AA15-13A1-5FF9-EFC6338A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8B9DB-82E7-6332-0549-6185F8CA3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</a:t>
            </a:r>
            <a:r>
              <a:rPr lang="en-US" altLang="ko-KR" dirty="0"/>
              <a:t>[“</a:t>
            </a:r>
            <a:r>
              <a:rPr lang="ko-KR" altLang="en-US" dirty="0"/>
              <a:t>대출</a:t>
            </a:r>
            <a:r>
              <a:rPr lang="en-US" altLang="ko-KR" dirty="0"/>
              <a:t>“] </a:t>
            </a:r>
            <a:r>
              <a:rPr lang="ko-KR" altLang="en-US" dirty="0"/>
              <a:t>대</a:t>
            </a:r>
            <a:r>
              <a:rPr lang="en-US" altLang="ko-KR" dirty="0"/>
              <a:t>(U+B300) </a:t>
            </a:r>
            <a:r>
              <a:rPr lang="ko-KR" altLang="en-US" dirty="0"/>
              <a:t>출</a:t>
            </a:r>
            <a:r>
              <a:rPr lang="en-US" altLang="ko-KR" dirty="0"/>
              <a:t>(U+CD9C)</a:t>
            </a:r>
          </a:p>
          <a:p>
            <a:pPr lvl="1"/>
            <a:r>
              <a:rPr lang="ko-KR" altLang="en-US" dirty="0"/>
              <a:t>대 </a:t>
            </a:r>
            <a:r>
              <a:rPr lang="en-US" altLang="ko-KR" dirty="0"/>
              <a:t>= 0xEB 0x8C 0x80</a:t>
            </a:r>
          </a:p>
          <a:p>
            <a:pPr lvl="1"/>
            <a:r>
              <a:rPr lang="ko-KR" altLang="en-US" dirty="0"/>
              <a:t>출 </a:t>
            </a:r>
            <a:r>
              <a:rPr lang="en-US" altLang="ko-KR" dirty="0"/>
              <a:t>= 0xEC 0xB6 0x9C</a:t>
            </a:r>
          </a:p>
          <a:p>
            <a:endParaRPr lang="en-US" altLang="ko-KR" dirty="0"/>
          </a:p>
          <a:p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실제로 바이트 단위로 가능</a:t>
            </a:r>
            <a:endParaRPr lang="en-US" altLang="ko-KR" dirty="0"/>
          </a:p>
          <a:p>
            <a:pPr lvl="1"/>
            <a:r>
              <a:rPr lang="en-US" altLang="ko-KR" dirty="0"/>
              <a:t>EB</a:t>
            </a:r>
            <a:r>
              <a:rPr lang="ko-KR" altLang="en-US" dirty="0"/>
              <a:t> </a:t>
            </a:r>
            <a:r>
              <a:rPr lang="en-US" altLang="ko-KR" dirty="0"/>
              <a:t>8C</a:t>
            </a:r>
            <a:r>
              <a:rPr lang="ko-KR" altLang="en-US" dirty="0"/>
              <a:t> </a:t>
            </a:r>
            <a:r>
              <a:rPr lang="en-US" altLang="ko-KR" dirty="0"/>
              <a:t>80</a:t>
            </a:r>
            <a:r>
              <a:rPr lang="ko-KR" altLang="en-US" dirty="0"/>
              <a:t> </a:t>
            </a:r>
            <a:r>
              <a:rPr lang="en-US" altLang="ko-KR" dirty="0"/>
              <a:t>EC</a:t>
            </a:r>
            <a:r>
              <a:rPr lang="ko-KR" altLang="en-US" dirty="0"/>
              <a:t> </a:t>
            </a:r>
            <a:r>
              <a:rPr lang="en-US" altLang="ko-KR" dirty="0"/>
              <a:t>B6</a:t>
            </a:r>
            <a:r>
              <a:rPr lang="ko-KR" altLang="en-US" dirty="0"/>
              <a:t> </a:t>
            </a:r>
            <a:r>
              <a:rPr lang="en-US" altLang="ko-KR" dirty="0"/>
              <a:t>9C</a:t>
            </a:r>
            <a:r>
              <a:rPr lang="ko-KR" altLang="en-US" dirty="0"/>
              <a:t> 를 노드 별로 넣음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9697B2-4220-17B4-5BB4-4A5C72E4F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443" y="3429000"/>
            <a:ext cx="3132858" cy="278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964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37E3-A5C2-36BF-73E6-4F365D15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EFE5B-4C17-9A1A-6543-5E4EBA59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57215-780A-BD55-5DB1-2B34D3E1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>
            <a:normAutofit/>
          </a:bodyPr>
          <a:lstStyle/>
          <a:p>
            <a:r>
              <a:rPr lang="ko-KR" altLang="en-US" dirty="0"/>
              <a:t>루트</a:t>
            </a:r>
            <a:r>
              <a:rPr lang="en-US" altLang="ko-KR" dirty="0"/>
              <a:t>(0)</a:t>
            </a:r>
            <a:r>
              <a:rPr lang="ko-KR" altLang="en-US" dirty="0"/>
              <a:t>에서 </a:t>
            </a:r>
            <a:r>
              <a:rPr lang="en-US" altLang="ko-KR" dirty="0"/>
              <a:t>0xEB </a:t>
            </a:r>
            <a:r>
              <a:rPr lang="ko-KR" altLang="en-US" dirty="0"/>
              <a:t>외 나머지 </a:t>
            </a:r>
            <a:r>
              <a:rPr lang="en-US" altLang="ko-KR" dirty="0"/>
              <a:t>255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r>
              <a:rPr lang="ko-KR" altLang="en-US" dirty="0"/>
              <a:t>바이트는</a:t>
            </a:r>
            <a:r>
              <a:rPr lang="en-US" altLang="ko-KR" dirty="0"/>
              <a:t> </a:t>
            </a:r>
            <a:r>
              <a:rPr lang="ko-KR" altLang="en-US" dirty="0"/>
              <a:t>자식이 없으니까</a:t>
            </a:r>
            <a:br>
              <a:rPr lang="en-US" altLang="ko-KR" dirty="0"/>
            </a:br>
            <a:r>
              <a:rPr lang="ko-KR" altLang="en-US" dirty="0"/>
              <a:t>루트로 돌아오도록 미리 </a:t>
            </a:r>
            <a:r>
              <a:rPr lang="en-US" altLang="ko-KR" dirty="0"/>
              <a:t>0</a:t>
            </a:r>
            <a:r>
              <a:rPr lang="ko-KR" altLang="en-US" dirty="0"/>
              <a:t>으로 채움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find()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텍스트 급전대출 탐색 </a:t>
            </a:r>
            <a:r>
              <a:rPr lang="en-US" altLang="ko-KR" sz="1600" dirty="0"/>
              <a:t>(DFA</a:t>
            </a:r>
            <a:r>
              <a:rPr lang="ko-KR" altLang="en-US" sz="1600" dirty="0"/>
              <a:t>덕분에 다른 바이트 불일치여도 대출 매칭 가능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ko-KR" altLang="en-US" dirty="0"/>
              <a:t>대출 노드 발견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차단 가능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실제 코드에서 확인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DFA(Deterministic</a:t>
            </a:r>
            <a:r>
              <a:rPr lang="ko-KR" altLang="en-US" dirty="0"/>
              <a:t> </a:t>
            </a:r>
            <a:r>
              <a:rPr lang="en-US" altLang="ko-KR" dirty="0"/>
              <a:t>Finite</a:t>
            </a:r>
            <a:r>
              <a:rPr lang="ko-KR" altLang="en-US" dirty="0"/>
              <a:t> </a:t>
            </a:r>
            <a:r>
              <a:rPr lang="en-US" altLang="ko-KR" dirty="0"/>
              <a:t>Automation, </a:t>
            </a:r>
            <a:r>
              <a:rPr lang="ko-KR" altLang="en-US" dirty="0"/>
              <a:t>결정적 유한 </a:t>
            </a:r>
            <a:r>
              <a:rPr lang="ko-KR" altLang="en-US" dirty="0" err="1"/>
              <a:t>오토마톤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어떤 상태에서 어떤 입력이 들어와도 다음 상태 딱 하나로 결정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23FA67-D444-4DE8-861A-DEC6CE9F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227" y="2695557"/>
            <a:ext cx="5888485" cy="52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529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13A59-5C0C-B775-0BFC-CF2EDB6F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4FD738-E0D1-C567-CEA4-09F75EA9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트라이 삽입 </a:t>
            </a:r>
            <a:r>
              <a:rPr lang="en-US" altLang="ko-KR" dirty="0"/>
              <a:t>like insert</a:t>
            </a:r>
            <a:r>
              <a:rPr lang="ko-KR" altLang="en-US" dirty="0"/>
              <a:t> 로직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D823F3-2009-211C-FBCC-ED6CF16B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46" y="2318800"/>
            <a:ext cx="5039428" cy="385816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357C646-488B-186A-4533-C15F581231C3}"/>
              </a:ext>
            </a:extLst>
          </p:cNvPr>
          <p:cNvCxnSpPr/>
          <p:nvPr/>
        </p:nvCxnSpPr>
        <p:spPr>
          <a:xfrm flipV="1">
            <a:off x="3584448" y="2414016"/>
            <a:ext cx="3401568" cy="134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AAEB97-051B-0512-DEA5-BA86427D1E02}"/>
              </a:ext>
            </a:extLst>
          </p:cNvPr>
          <p:cNvSpPr txBox="1"/>
          <p:nvPr/>
        </p:nvSpPr>
        <p:spPr>
          <a:xfrm>
            <a:off x="6986016" y="2229350"/>
            <a:ext cx="443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루트에서 시작 </a:t>
            </a:r>
            <a:r>
              <a:rPr lang="en-US" altLang="ko-KR" dirty="0"/>
              <a:t>(0</a:t>
            </a:r>
            <a:r>
              <a:rPr lang="ko-KR" altLang="en-US" dirty="0"/>
              <a:t>부터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EBEBB69-14B9-98F6-8449-B756AD1B0153}"/>
              </a:ext>
            </a:extLst>
          </p:cNvPr>
          <p:cNvCxnSpPr/>
          <p:nvPr/>
        </p:nvCxnSpPr>
        <p:spPr>
          <a:xfrm flipV="1">
            <a:off x="4692073" y="3094182"/>
            <a:ext cx="3084945" cy="942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8210E8-1A63-C3E1-4527-445E095C1516}"/>
              </a:ext>
            </a:extLst>
          </p:cNvPr>
          <p:cNvSpPr txBox="1"/>
          <p:nvPr/>
        </p:nvSpPr>
        <p:spPr>
          <a:xfrm>
            <a:off x="7807720" y="2909516"/>
            <a:ext cx="279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바이트값</a:t>
            </a:r>
            <a:r>
              <a:rPr lang="ko-KR" altLang="en-US" dirty="0"/>
              <a:t> </a:t>
            </a:r>
            <a:r>
              <a:rPr lang="en-US" altLang="ko-KR" dirty="0"/>
              <a:t>0 ~ 255</a:t>
            </a:r>
            <a:r>
              <a:rPr lang="ko-KR" altLang="en-US" dirty="0"/>
              <a:t>로 변환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1AAA572-DC79-B136-BC29-8EACCE8A1604}"/>
              </a:ext>
            </a:extLst>
          </p:cNvPr>
          <p:cNvCxnSpPr/>
          <p:nvPr/>
        </p:nvCxnSpPr>
        <p:spPr>
          <a:xfrm flipV="1">
            <a:off x="5006109" y="4424218"/>
            <a:ext cx="2678546" cy="8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4895E7-E06B-1FA1-2071-5E25D5A5758F}"/>
              </a:ext>
            </a:extLst>
          </p:cNvPr>
          <p:cNvSpPr txBox="1"/>
          <p:nvPr/>
        </p:nvSpPr>
        <p:spPr>
          <a:xfrm>
            <a:off x="7684655" y="4247881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노드 없으면 새로 만들고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D193ED6-5A5D-A146-0344-225670493164}"/>
              </a:ext>
            </a:extLst>
          </p:cNvPr>
          <p:cNvCxnSpPr/>
          <p:nvPr/>
        </p:nvCxnSpPr>
        <p:spPr>
          <a:xfrm>
            <a:off x="4692073" y="5043055"/>
            <a:ext cx="2992582" cy="157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DA9DED-4DFF-B45D-E362-75AFBB0E6323}"/>
              </a:ext>
            </a:extLst>
          </p:cNvPr>
          <p:cNvSpPr txBox="1"/>
          <p:nvPr/>
        </p:nvSpPr>
        <p:spPr>
          <a:xfrm>
            <a:off x="7684655" y="504305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있으면 그냥 이동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4A29C02-9865-AD73-8190-E59F76342B64}"/>
              </a:ext>
            </a:extLst>
          </p:cNvPr>
          <p:cNvCxnSpPr/>
          <p:nvPr/>
        </p:nvCxnSpPr>
        <p:spPr>
          <a:xfrm>
            <a:off x="4341091" y="5615709"/>
            <a:ext cx="3694545" cy="258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260213-F6E1-FB71-A4F8-9DBFD4901E24}"/>
              </a:ext>
            </a:extLst>
          </p:cNvPr>
          <p:cNvSpPr txBox="1"/>
          <p:nvPr/>
        </p:nvSpPr>
        <p:spPr>
          <a:xfrm>
            <a:off x="8035636" y="5724626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단어 끝 표시 기존 </a:t>
            </a:r>
            <a:r>
              <a:rPr lang="en-US" altLang="ko-KR" dirty="0" err="1"/>
              <a:t>chk</a:t>
            </a:r>
            <a:r>
              <a:rPr lang="ko-KR" altLang="en-US" dirty="0"/>
              <a:t>배열 </a:t>
            </a:r>
            <a:r>
              <a:rPr lang="en-US" altLang="ko-KR" dirty="0"/>
              <a:t>true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1105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B936-6AC1-CF33-7C35-3AEBB6FF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86319-DE09-6481-40CD-243DFB7E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BD598-BF08-1111-A6E0-FFC4E8E1E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루트 처리</a:t>
            </a:r>
            <a:r>
              <a:rPr lang="en-US" altLang="ko-KR" dirty="0"/>
              <a:t>(BFS </a:t>
            </a:r>
            <a:r>
              <a:rPr lang="ko-KR" altLang="en-US" dirty="0"/>
              <a:t>시작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8B64BC-65FC-3314-D5C2-8D045F54FFD7}"/>
              </a:ext>
            </a:extLst>
          </p:cNvPr>
          <p:cNvSpPr txBox="1"/>
          <p:nvPr/>
        </p:nvSpPr>
        <p:spPr>
          <a:xfrm>
            <a:off x="7405050" y="2317553"/>
            <a:ext cx="432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루트의 실패 링크는 자기 자신</a:t>
            </a:r>
            <a:endParaRPr lang="en-US" altLang="ko-K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8D73C8-6C0F-C8C7-305C-ED2649E9C311}"/>
              </a:ext>
            </a:extLst>
          </p:cNvPr>
          <p:cNvSpPr txBox="1"/>
          <p:nvPr/>
        </p:nvSpPr>
        <p:spPr>
          <a:xfrm>
            <a:off x="7333673" y="4021430"/>
            <a:ext cx="31999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⭐킥⭐ </a:t>
            </a:r>
            <a:r>
              <a:rPr lang="en-US" altLang="ko-KR" dirty="0"/>
              <a:t>DFA </a:t>
            </a:r>
            <a:r>
              <a:rPr lang="ko-KR" altLang="en-US" dirty="0"/>
              <a:t>변환의 시작점</a:t>
            </a:r>
            <a:endParaRPr lang="en-US" altLang="ko-KR" dirty="0"/>
          </a:p>
          <a:p>
            <a:r>
              <a:rPr lang="ko-KR" altLang="en-US" dirty="0"/>
              <a:t>루트에 없는 바이트는</a:t>
            </a:r>
            <a:endParaRPr lang="en-US" altLang="ko-KR" dirty="0"/>
          </a:p>
          <a:p>
            <a:r>
              <a:rPr lang="ko-KR" altLang="en-US" dirty="0"/>
              <a:t>루트로 돌아오도록 미리 채움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루트 자식만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73F679-798B-6C1D-13C4-0C66A13E5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97" y="2317553"/>
            <a:ext cx="5094923" cy="310419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B27825A-A707-89ED-F413-23304B3EBA93}"/>
              </a:ext>
            </a:extLst>
          </p:cNvPr>
          <p:cNvCxnSpPr/>
          <p:nvPr/>
        </p:nvCxnSpPr>
        <p:spPr>
          <a:xfrm flipV="1">
            <a:off x="2983345" y="2466109"/>
            <a:ext cx="4421705" cy="489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57F5F0C-BFFA-03F0-0E4B-E0BB0CAF12EF}"/>
              </a:ext>
            </a:extLst>
          </p:cNvPr>
          <p:cNvCxnSpPr/>
          <p:nvPr/>
        </p:nvCxnSpPr>
        <p:spPr>
          <a:xfrm flipV="1">
            <a:off x="3870036" y="3288145"/>
            <a:ext cx="3535014" cy="701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C6C35F-ABB9-0BBA-4562-D036C1A29A02}"/>
              </a:ext>
            </a:extLst>
          </p:cNvPr>
          <p:cNvSpPr txBox="1"/>
          <p:nvPr/>
        </p:nvSpPr>
        <p:spPr>
          <a:xfrm>
            <a:off x="7490691" y="3158836"/>
            <a:ext cx="436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루트 바로 아래 자식의 실패 링크는 루트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377C9AB-90AA-5E0F-4CE2-9DB223C965DC}"/>
              </a:ext>
            </a:extLst>
          </p:cNvPr>
          <p:cNvCxnSpPr/>
          <p:nvPr/>
        </p:nvCxnSpPr>
        <p:spPr>
          <a:xfrm flipV="1">
            <a:off x="4193309" y="4276436"/>
            <a:ext cx="3140364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9104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5B8F3-D718-AD72-95EE-09932735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D462E-037B-FCDF-C0D8-56F6668A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킥이냐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패턴 </a:t>
            </a:r>
            <a:r>
              <a:rPr lang="en-US" altLang="ko-KR" dirty="0"/>
              <a:t>“BC”</a:t>
            </a:r>
            <a:r>
              <a:rPr lang="ko-KR" altLang="en-US" dirty="0"/>
              <a:t>만 있다고 가정하자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A69606-D2A7-BEC2-7CC3-525DCA92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42" y="1690688"/>
            <a:ext cx="3258158" cy="8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430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B981-4F3C-B9AB-6A5F-C5980D0B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D90CB-1034-5D01-F023-27584C60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B367E-D5D9-D437-1310-1067E3CC6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킥이냐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패턴 </a:t>
            </a:r>
            <a:r>
              <a:rPr lang="en-US" altLang="ko-KR" dirty="0"/>
              <a:t>“BC”</a:t>
            </a:r>
            <a:r>
              <a:rPr lang="ko-KR" altLang="en-US" dirty="0"/>
              <a:t>만 있다고 가정하자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ROOT(0)</a:t>
            </a:r>
            <a:r>
              <a:rPr lang="ko-KR" altLang="en-US" dirty="0"/>
              <a:t>의</a:t>
            </a:r>
            <a:r>
              <a:rPr lang="en-US" altLang="ko-KR" dirty="0"/>
              <a:t> children</a:t>
            </a:r>
            <a:r>
              <a:rPr lang="ko-KR" altLang="en-US" dirty="0"/>
              <a:t> 상태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341BEE-B203-F13B-048A-DCCF3BFB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42" y="1690688"/>
            <a:ext cx="3258158" cy="8529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F1592E-44D6-CB36-1554-8433EDB75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612" y="2312699"/>
            <a:ext cx="2608193" cy="13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663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1B75-728A-F2A5-B3B9-C0EC1FD7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621D5-4A36-2B4D-F586-292A5084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69974-6BC1-212D-FC3D-6CF76834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킥이냐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패턴 </a:t>
            </a:r>
            <a:r>
              <a:rPr lang="en-US" altLang="ko-KR" dirty="0"/>
              <a:t>“BC”</a:t>
            </a:r>
            <a:r>
              <a:rPr lang="ko-KR" altLang="en-US" dirty="0"/>
              <a:t>만 있다고 가정하자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ROOT(0)</a:t>
            </a:r>
            <a:r>
              <a:rPr lang="ko-KR" altLang="en-US" dirty="0"/>
              <a:t>의</a:t>
            </a:r>
            <a:r>
              <a:rPr lang="en-US" altLang="ko-KR" dirty="0"/>
              <a:t> children</a:t>
            </a:r>
            <a:r>
              <a:rPr lang="ko-KR" altLang="en-US" dirty="0"/>
              <a:t> 상태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</a:t>
            </a:r>
            <a:r>
              <a:rPr lang="ko-KR" altLang="en-US" dirty="0"/>
              <a:t>문 거친 후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5AC804-BBBC-9C70-E523-34F0C762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42" y="1690688"/>
            <a:ext cx="3258158" cy="8529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5F99B9-4095-D379-C968-3CD09BF1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612" y="2312699"/>
            <a:ext cx="2608193" cy="13633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0BD91F-1EB7-136D-5A72-572CA1A68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513" y="3773832"/>
            <a:ext cx="376290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209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03976-26ED-CF8C-5FA4-0EA004FC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B7BDD-57CA-A0AF-A3F9-68144F24D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</a:t>
            </a:r>
            <a:r>
              <a:rPr lang="en-US" altLang="ko-KR" dirty="0"/>
              <a:t>“ABC” </a:t>
            </a:r>
            <a:r>
              <a:rPr lang="ko-KR" altLang="en-US" dirty="0"/>
              <a:t>를 탐색하는 경우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처리가 없으면</a:t>
            </a:r>
            <a:endParaRPr lang="en-US" altLang="ko-KR" dirty="0"/>
          </a:p>
          <a:p>
            <a:pPr lvl="1"/>
            <a:r>
              <a:rPr lang="en-US" altLang="ko-KR" sz="2000" dirty="0"/>
              <a:t>A</a:t>
            </a:r>
            <a:r>
              <a:rPr lang="ko-KR" altLang="en-US" sz="2000" dirty="0"/>
              <a:t>읽음</a:t>
            </a: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ROOT</a:t>
            </a:r>
            <a:r>
              <a:rPr lang="ko-KR" altLang="en-US" sz="2000" dirty="0">
                <a:sym typeface="Wingdings" panose="05000000000000000000" pitchFamily="2" charset="2"/>
              </a:rPr>
              <a:t>에 </a:t>
            </a:r>
            <a:r>
              <a:rPr lang="en-US" altLang="ko-KR" sz="2000" dirty="0">
                <a:sym typeface="Wingdings" panose="05000000000000000000" pitchFamily="2" charset="2"/>
              </a:rPr>
              <a:t>A </a:t>
            </a:r>
            <a:r>
              <a:rPr lang="ko-KR" altLang="en-US" sz="2000" dirty="0">
                <a:sym typeface="Wingdings" panose="05000000000000000000" pitchFamily="2" charset="2"/>
              </a:rPr>
              <a:t>자식 없음</a:t>
            </a:r>
            <a:r>
              <a:rPr lang="en-US" altLang="ko-KR" sz="2000" dirty="0">
                <a:sym typeface="Wingdings" panose="05000000000000000000" pitchFamily="2" charset="2"/>
              </a:rPr>
              <a:t>(-1)  while</a:t>
            </a:r>
            <a:r>
              <a:rPr lang="ko-KR" altLang="en-US" sz="2000" dirty="0">
                <a:sym typeface="Wingdings" panose="05000000000000000000" pitchFamily="2" charset="2"/>
              </a:rPr>
              <a:t>루프로 실패 링크 타고 올라감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해당 처리가 있으면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A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ROOT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children[‘A’] = 0 : </a:t>
            </a:r>
            <a:r>
              <a:rPr lang="ko-KR" altLang="en-US" dirty="0">
                <a:sym typeface="Wingdings" panose="05000000000000000000" pitchFamily="2" charset="2"/>
              </a:rPr>
              <a:t>그냥 </a:t>
            </a:r>
            <a:r>
              <a:rPr lang="en-US" altLang="ko-KR" dirty="0">
                <a:sym typeface="Wingdings" panose="05000000000000000000" pitchFamily="2" charset="2"/>
              </a:rPr>
              <a:t>ROOT(0)</a:t>
            </a:r>
            <a:r>
              <a:rPr lang="ko-KR" altLang="en-US" dirty="0">
                <a:sym typeface="Wingdings" panose="05000000000000000000" pitchFamily="2" charset="2"/>
              </a:rPr>
              <a:t>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ROOT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children[‘B’] = 1 : </a:t>
            </a:r>
            <a:r>
              <a:rPr lang="ko-KR" altLang="en-US" dirty="0">
                <a:sym typeface="Wingdings" panose="05000000000000000000" pitchFamily="2" charset="2"/>
              </a:rPr>
              <a:t>노드</a:t>
            </a:r>
            <a:r>
              <a:rPr lang="en-US" altLang="ko-KR" dirty="0">
                <a:sym typeface="Wingdings" panose="05000000000000000000" pitchFamily="2" charset="2"/>
              </a:rPr>
              <a:t>1(B)</a:t>
            </a:r>
            <a:r>
              <a:rPr lang="ko-KR" altLang="en-US" dirty="0">
                <a:sym typeface="Wingdings" panose="05000000000000000000" pitchFamily="2" charset="2"/>
              </a:rPr>
              <a:t>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노드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children[‘C’] = 2 : </a:t>
            </a:r>
            <a:r>
              <a:rPr lang="ko-KR" altLang="en-US" dirty="0">
                <a:sym typeface="Wingdings" panose="05000000000000000000" pitchFamily="2" charset="2"/>
              </a:rPr>
              <a:t>노드</a:t>
            </a:r>
            <a:r>
              <a:rPr lang="en-US" altLang="ko-KR" dirty="0">
                <a:sym typeface="Wingdings" panose="05000000000000000000" pitchFamily="2" charset="2"/>
              </a:rPr>
              <a:t>2(C)</a:t>
            </a:r>
            <a:r>
              <a:rPr lang="ko-KR" altLang="en-US" dirty="0">
                <a:sym typeface="Wingdings" panose="05000000000000000000" pitchFamily="2" charset="2"/>
              </a:rPr>
              <a:t>로 이동 </a:t>
            </a:r>
            <a:r>
              <a:rPr lang="en-US" altLang="ko-KR" dirty="0">
                <a:sym typeface="Wingdings" panose="05000000000000000000" pitchFamily="2" charset="2"/>
              </a:rPr>
              <a:t> BC </a:t>
            </a:r>
            <a:r>
              <a:rPr lang="ko-KR" altLang="en-US" dirty="0">
                <a:sym typeface="Wingdings" panose="05000000000000000000" pitchFamily="2" charset="2"/>
              </a:rPr>
              <a:t>발견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1506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6B20-282C-DF70-A813-C5B3BC8A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1D73A-35DC-FEA5-BFC5-D0401021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4A2BC-1F69-D9D7-5559-7982929F6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</a:t>
            </a:r>
            <a:r>
              <a:rPr lang="en-US" altLang="ko-KR" dirty="0"/>
              <a:t>“ABC” </a:t>
            </a:r>
            <a:r>
              <a:rPr lang="ko-KR" altLang="en-US" dirty="0"/>
              <a:t>를 탐색하는 경우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처리가 없으면</a:t>
            </a:r>
            <a:endParaRPr lang="en-US" altLang="ko-KR" dirty="0"/>
          </a:p>
          <a:p>
            <a:pPr lvl="1"/>
            <a:r>
              <a:rPr lang="en-US" altLang="ko-KR" sz="2000" dirty="0"/>
              <a:t>A</a:t>
            </a:r>
            <a:r>
              <a:rPr lang="ko-KR" altLang="en-US" sz="2000" dirty="0"/>
              <a:t>읽음</a:t>
            </a: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ROOT</a:t>
            </a:r>
            <a:r>
              <a:rPr lang="ko-KR" altLang="en-US" sz="2000" dirty="0">
                <a:sym typeface="Wingdings" panose="05000000000000000000" pitchFamily="2" charset="2"/>
              </a:rPr>
              <a:t>에 </a:t>
            </a:r>
            <a:r>
              <a:rPr lang="en-US" altLang="ko-KR" sz="2000" dirty="0">
                <a:sym typeface="Wingdings" panose="05000000000000000000" pitchFamily="2" charset="2"/>
              </a:rPr>
              <a:t>A </a:t>
            </a:r>
            <a:r>
              <a:rPr lang="ko-KR" altLang="en-US" sz="2000" dirty="0">
                <a:sym typeface="Wingdings" panose="05000000000000000000" pitchFamily="2" charset="2"/>
              </a:rPr>
              <a:t>자식 없음</a:t>
            </a:r>
            <a:r>
              <a:rPr lang="en-US" altLang="ko-KR" sz="2000" dirty="0">
                <a:sym typeface="Wingdings" panose="05000000000000000000" pitchFamily="2" charset="2"/>
              </a:rPr>
              <a:t>(-1)  while</a:t>
            </a:r>
            <a:r>
              <a:rPr lang="ko-KR" altLang="en-US" sz="2000" dirty="0">
                <a:sym typeface="Wingdings" panose="05000000000000000000" pitchFamily="2" charset="2"/>
              </a:rPr>
              <a:t>루프로 실패 링크 타고 올라감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해당 처리가 있으면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A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ROOT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children[‘A’] = 0 : </a:t>
            </a:r>
            <a:r>
              <a:rPr lang="ko-KR" altLang="en-US" dirty="0">
                <a:sym typeface="Wingdings" panose="05000000000000000000" pitchFamily="2" charset="2"/>
              </a:rPr>
              <a:t>그냥 </a:t>
            </a:r>
            <a:r>
              <a:rPr lang="en-US" altLang="ko-KR" dirty="0">
                <a:sym typeface="Wingdings" panose="05000000000000000000" pitchFamily="2" charset="2"/>
              </a:rPr>
              <a:t>ROOT(0)</a:t>
            </a:r>
            <a:r>
              <a:rPr lang="ko-KR" altLang="en-US" dirty="0">
                <a:sym typeface="Wingdings" panose="05000000000000000000" pitchFamily="2" charset="2"/>
              </a:rPr>
              <a:t>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ROOT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children[‘B’] = 1 : </a:t>
            </a:r>
            <a:r>
              <a:rPr lang="ko-KR" altLang="en-US" dirty="0">
                <a:sym typeface="Wingdings" panose="05000000000000000000" pitchFamily="2" charset="2"/>
              </a:rPr>
              <a:t>노드</a:t>
            </a:r>
            <a:r>
              <a:rPr lang="en-US" altLang="ko-KR" dirty="0">
                <a:sym typeface="Wingdings" panose="05000000000000000000" pitchFamily="2" charset="2"/>
              </a:rPr>
              <a:t>1(B)</a:t>
            </a:r>
            <a:r>
              <a:rPr lang="ko-KR" altLang="en-US" dirty="0">
                <a:sym typeface="Wingdings" panose="05000000000000000000" pitchFamily="2" charset="2"/>
              </a:rPr>
              <a:t>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 </a:t>
            </a:r>
            <a:r>
              <a:rPr lang="ko-KR" altLang="en-US" dirty="0">
                <a:sym typeface="Wingdings" panose="05000000000000000000" pitchFamily="2" charset="2"/>
              </a:rPr>
              <a:t>읽음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노드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children[‘C’] = 2 : </a:t>
            </a:r>
            <a:r>
              <a:rPr lang="ko-KR" altLang="en-US" dirty="0">
                <a:sym typeface="Wingdings" panose="05000000000000000000" pitchFamily="2" charset="2"/>
              </a:rPr>
              <a:t>노드</a:t>
            </a:r>
            <a:r>
              <a:rPr lang="en-US" altLang="ko-KR" dirty="0">
                <a:sym typeface="Wingdings" panose="05000000000000000000" pitchFamily="2" charset="2"/>
              </a:rPr>
              <a:t>2(C)</a:t>
            </a:r>
            <a:r>
              <a:rPr lang="ko-KR" altLang="en-US" dirty="0">
                <a:sym typeface="Wingdings" panose="05000000000000000000" pitchFamily="2" charset="2"/>
              </a:rPr>
              <a:t>로 이동 </a:t>
            </a:r>
            <a:r>
              <a:rPr lang="en-US" altLang="ko-KR" dirty="0">
                <a:sym typeface="Wingdings" panose="05000000000000000000" pitchFamily="2" charset="2"/>
              </a:rPr>
              <a:t> BC </a:t>
            </a:r>
            <a:r>
              <a:rPr lang="ko-KR" altLang="en-US" dirty="0">
                <a:sym typeface="Wingdings" panose="05000000000000000000" pitchFamily="2" charset="2"/>
              </a:rPr>
              <a:t>발견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0C19935-DF50-79D0-F467-F2888B8F20B3}"/>
              </a:ext>
            </a:extLst>
          </p:cNvPr>
          <p:cNvSpPr/>
          <p:nvPr/>
        </p:nvSpPr>
        <p:spPr>
          <a:xfrm>
            <a:off x="7389082" y="3777674"/>
            <a:ext cx="5357091" cy="2290618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rgbClr val="FF0000"/>
                </a:solidFill>
              </a:rPr>
              <a:t>구현 상 </a:t>
            </a:r>
            <a:endParaRPr lang="en-US" altLang="ko-KR" sz="2800" dirty="0">
              <a:solidFill>
                <a:srgbClr val="FF0000"/>
              </a:solidFill>
            </a:endParaRPr>
          </a:p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while </a:t>
            </a:r>
            <a:r>
              <a:rPr lang="ko-KR" altLang="en-US" sz="2800" dirty="0">
                <a:solidFill>
                  <a:srgbClr val="FF0000"/>
                </a:solidFill>
              </a:rPr>
              <a:t>루프 자체가 필요 </a:t>
            </a:r>
            <a:r>
              <a:rPr lang="en-US" altLang="ko-KR" sz="2800" dirty="0">
                <a:solidFill>
                  <a:srgbClr val="FF0000"/>
                </a:solidFill>
              </a:rPr>
              <a:t>X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7215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6F52-3116-7223-D1E7-DA129595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5471F9B-D8F4-8D35-C91B-03C98C3B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41" y="2317553"/>
            <a:ext cx="5118380" cy="33073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99CD0F-D68B-1156-1B3C-9191FD1F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68C935-7255-FFBC-F555-19A42FD6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실패 링크 구축 </a:t>
            </a:r>
            <a:r>
              <a:rPr lang="en-US" altLang="ko-KR" dirty="0"/>
              <a:t>(BFS) </a:t>
            </a:r>
            <a:r>
              <a:rPr lang="ko-KR" altLang="en-US" dirty="0"/>
              <a:t>및 </a:t>
            </a:r>
            <a:r>
              <a:rPr lang="en-US" altLang="ko-KR" dirty="0"/>
              <a:t>DFA </a:t>
            </a:r>
            <a:r>
              <a:rPr lang="ko-KR" altLang="en-US" dirty="0"/>
              <a:t>구축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BFA2DB6-6FD5-9374-85FC-64F998B75690}"/>
              </a:ext>
            </a:extLst>
          </p:cNvPr>
          <p:cNvCxnSpPr/>
          <p:nvPr/>
        </p:nvCxnSpPr>
        <p:spPr>
          <a:xfrm flipV="1">
            <a:off x="5624945" y="2576945"/>
            <a:ext cx="1625600" cy="1154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B6C5391-ED85-19E9-9CC3-75E9F3917821}"/>
              </a:ext>
            </a:extLst>
          </p:cNvPr>
          <p:cNvSpPr txBox="1"/>
          <p:nvPr/>
        </p:nvSpPr>
        <p:spPr>
          <a:xfrm>
            <a:off x="7405050" y="2317553"/>
            <a:ext cx="432419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부모의 실패 링크를 재활용 </a:t>
            </a:r>
            <a:r>
              <a:rPr lang="en-US" altLang="ko-KR" dirty="0"/>
              <a:t>(BFS)</a:t>
            </a:r>
          </a:p>
          <a:p>
            <a:r>
              <a:rPr lang="en-US" altLang="ko-KR" sz="1100" dirty="0" err="1"/>
              <a:t>trie</a:t>
            </a:r>
            <a:r>
              <a:rPr lang="en-US" altLang="ko-KR" sz="1100" dirty="0"/>
              <a:t>_[</a:t>
            </a:r>
            <a:r>
              <a:rPr lang="en-US" altLang="ko-KR" sz="1100" dirty="0" err="1"/>
              <a:t>curr</a:t>
            </a:r>
            <a:r>
              <a:rPr lang="en-US" altLang="ko-KR" sz="1100" dirty="0"/>
              <a:t>].fail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현재 노드의 실패 링크가 가리키는 노드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>
                <a:sym typeface="Wingdings" panose="05000000000000000000" pitchFamily="2" charset="2"/>
              </a:rPr>
              <a:t>.children[</a:t>
            </a:r>
            <a:r>
              <a:rPr lang="en-US" altLang="ko-KR" sz="1100" dirty="0" err="1">
                <a:sym typeface="Wingdings" panose="05000000000000000000" pitchFamily="2" charset="2"/>
              </a:rPr>
              <a:t>i</a:t>
            </a:r>
            <a:r>
              <a:rPr lang="en-US" altLang="ko-KR" sz="1100" dirty="0">
                <a:sym typeface="Wingdings" panose="05000000000000000000" pitchFamily="2" charset="2"/>
              </a:rPr>
              <a:t>]  </a:t>
            </a:r>
            <a:r>
              <a:rPr lang="ko-KR" altLang="en-US" sz="1100" dirty="0">
                <a:sym typeface="Wingdings" panose="05000000000000000000" pitchFamily="2" charset="2"/>
              </a:rPr>
              <a:t>거기에서 같은 바이트로 이동한 노드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ko-KR" altLang="en-US" sz="1100" dirty="0">
                <a:sym typeface="Wingdings" panose="05000000000000000000" pitchFamily="2" charset="2"/>
              </a:rPr>
              <a:t>그게 곧 </a:t>
            </a:r>
            <a:r>
              <a:rPr lang="en-US" altLang="ko-KR" sz="1100" dirty="0">
                <a:sym typeface="Wingdings" panose="05000000000000000000" pitchFamily="2" charset="2"/>
              </a:rPr>
              <a:t>next </a:t>
            </a:r>
            <a:r>
              <a:rPr lang="ko-KR" altLang="en-US" sz="1100" dirty="0">
                <a:sym typeface="Wingdings" panose="05000000000000000000" pitchFamily="2" charset="2"/>
              </a:rPr>
              <a:t>의 실패 링크</a:t>
            </a:r>
            <a:endParaRPr lang="en-US" altLang="ko-KR" sz="11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A49A98E-1E27-DB47-E14A-4500A5A69D2A}"/>
              </a:ext>
            </a:extLst>
          </p:cNvPr>
          <p:cNvCxnSpPr/>
          <p:nvPr/>
        </p:nvCxnSpPr>
        <p:spPr>
          <a:xfrm>
            <a:off x="2456873" y="4692073"/>
            <a:ext cx="4876800" cy="12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073C9F8-DF39-54A9-A273-819600C74102}"/>
              </a:ext>
            </a:extLst>
          </p:cNvPr>
          <p:cNvSpPr txBox="1"/>
          <p:nvPr/>
        </p:nvSpPr>
        <p:spPr>
          <a:xfrm>
            <a:off x="7333673" y="4562764"/>
            <a:ext cx="35125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⭐킥⭐</a:t>
            </a:r>
            <a:r>
              <a:rPr lang="en-US" altLang="ko-KR" dirty="0"/>
              <a:t>DFA </a:t>
            </a:r>
            <a:r>
              <a:rPr lang="ko-KR" altLang="en-US" dirty="0" err="1"/>
              <a:t>진또배기</a:t>
            </a:r>
            <a:endParaRPr lang="en-US" altLang="ko-KR" dirty="0"/>
          </a:p>
          <a:p>
            <a:r>
              <a:rPr lang="ko-KR" altLang="en-US" dirty="0"/>
              <a:t>자식이 없는 칸을 </a:t>
            </a:r>
            <a:r>
              <a:rPr lang="en-US" altLang="ko-KR" dirty="0"/>
              <a:t>-1 </a:t>
            </a:r>
            <a:r>
              <a:rPr lang="ko-KR" altLang="en-US" dirty="0"/>
              <a:t>대신</a:t>
            </a:r>
            <a:endParaRPr lang="en-US" altLang="ko-KR" dirty="0"/>
          </a:p>
          <a:p>
            <a:r>
              <a:rPr lang="ko-KR" altLang="en-US" dirty="0"/>
              <a:t>실패 링크 타고 갔을 때</a:t>
            </a:r>
            <a:endParaRPr lang="en-US" altLang="ko-KR" dirty="0"/>
          </a:p>
          <a:p>
            <a:r>
              <a:rPr lang="ko-KR" altLang="en-US" dirty="0"/>
              <a:t>도달하는 노드로 미리</a:t>
            </a:r>
            <a:r>
              <a:rPr lang="en-US" altLang="ko-KR" dirty="0"/>
              <a:t> </a:t>
            </a:r>
            <a:r>
              <a:rPr lang="ko-KR" altLang="en-US" dirty="0"/>
              <a:t>채워 넣음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일반 노드의 자식이 없는 경우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3CF22F6-2C8E-49AB-A850-F320875A6395}"/>
              </a:ext>
            </a:extLst>
          </p:cNvPr>
          <p:cNvCxnSpPr/>
          <p:nvPr/>
        </p:nvCxnSpPr>
        <p:spPr>
          <a:xfrm flipV="1">
            <a:off x="4322618" y="3731491"/>
            <a:ext cx="2927927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C8C104-80A3-189C-DEA6-8F648AEC5A19}"/>
              </a:ext>
            </a:extLst>
          </p:cNvPr>
          <p:cNvSpPr txBox="1"/>
          <p:nvPr/>
        </p:nvSpPr>
        <p:spPr>
          <a:xfrm>
            <a:off x="7405050" y="3537527"/>
            <a:ext cx="4219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최적화</a:t>
            </a:r>
            <a:endParaRPr lang="en-US" altLang="ko-KR" dirty="0"/>
          </a:p>
          <a:p>
            <a:r>
              <a:rPr lang="en-US" altLang="ko-KR" dirty="0"/>
              <a:t>find() </a:t>
            </a:r>
            <a:r>
              <a:rPr lang="ko-KR" altLang="en-US" dirty="0"/>
              <a:t>탐색 중 실패 링크 올라가는 대신</a:t>
            </a:r>
            <a:endParaRPr lang="en-US" altLang="ko-KR" dirty="0"/>
          </a:p>
          <a:p>
            <a:r>
              <a:rPr lang="ko-KR" altLang="en-US" dirty="0"/>
              <a:t>미리 </a:t>
            </a:r>
            <a:r>
              <a:rPr lang="en-US" altLang="ko-KR" dirty="0"/>
              <a:t>output</a:t>
            </a:r>
            <a:r>
              <a:rPr lang="ko-KR" altLang="en-US" dirty="0"/>
              <a:t> 전파</a:t>
            </a:r>
          </a:p>
        </p:txBody>
      </p:sp>
    </p:spTree>
    <p:extLst>
      <p:ext uri="{BB962C8B-B14F-4D97-AF65-F5344CB8AC3E}">
        <p14:creationId xmlns:p14="http://schemas.microsoft.com/office/powerpoint/2010/main" val="41635712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5D92-F405-92C8-5D1B-EF436B5A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BD2F7-5981-C3EF-F7EE-C20213EF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0x04 </a:t>
            </a:r>
            <a:r>
              <a:rPr lang="ko-KR" altLang="en-US" dirty="0"/>
              <a:t>실제 코드 살펴보기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 err="1"/>
              <a:t>lgu-spamcop-cpp</a:t>
            </a:r>
            <a:r>
              <a:rPr lang="en-US" altLang="ko-KR" dirty="0"/>
              <a:t> </a:t>
            </a:r>
            <a:r>
              <a:rPr lang="en-US" altLang="ko-KR" dirty="0" err="1"/>
              <a:t>fe</a:t>
            </a:r>
            <a:r>
              <a:rPr lang="en-US" altLang="ko-KR" dirty="0"/>
              <a:t>&gt;FindOneACFilter.cpp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36BDB-AF8E-32FB-C178-8971C333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find() </a:t>
            </a:r>
            <a:r>
              <a:rPr lang="ko-KR" altLang="en-US" dirty="0"/>
              <a:t>탐색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349038-89DE-1F53-ED36-80A4C2D34824}"/>
              </a:ext>
            </a:extLst>
          </p:cNvPr>
          <p:cNvSpPr txBox="1"/>
          <p:nvPr/>
        </p:nvSpPr>
        <p:spPr>
          <a:xfrm>
            <a:off x="7405050" y="2317553"/>
            <a:ext cx="432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그냥 전진만</a:t>
            </a:r>
            <a:endParaRPr lang="en-US" altLang="ko-KR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5308F-2193-A712-2241-747E60B0DF9C}"/>
              </a:ext>
            </a:extLst>
          </p:cNvPr>
          <p:cNvSpPr txBox="1"/>
          <p:nvPr/>
        </p:nvSpPr>
        <p:spPr>
          <a:xfrm>
            <a:off x="7405050" y="353752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바로 리턴 가능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A7D9B7-D51B-7CC5-3AA9-A0318D83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40" y="2317553"/>
            <a:ext cx="5112301" cy="3196556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C667502-BE58-5F62-F035-5F60AB75A8CD}"/>
              </a:ext>
            </a:extLst>
          </p:cNvPr>
          <p:cNvCxnSpPr/>
          <p:nvPr/>
        </p:nvCxnSpPr>
        <p:spPr>
          <a:xfrm flipV="1">
            <a:off x="4941455" y="2493818"/>
            <a:ext cx="2392218" cy="1431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9339E87-E5A0-1A0E-03F6-4C1CE7C91F6C}"/>
              </a:ext>
            </a:extLst>
          </p:cNvPr>
          <p:cNvCxnSpPr/>
          <p:nvPr/>
        </p:nvCxnSpPr>
        <p:spPr>
          <a:xfrm flipV="1">
            <a:off x="5929745" y="3685309"/>
            <a:ext cx="1403928" cy="87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938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C766A-61EA-1D51-643A-EA805031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0x05 </a:t>
            </a:r>
            <a:r>
              <a:rPr lang="ko-KR" altLang="en-US" dirty="0"/>
              <a:t>시간 복잡도 정리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10220BF-06DE-304E-A2DF-A323E77E8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601416"/>
              </p:ext>
            </p:extLst>
          </p:nvPr>
        </p:nvGraphicFramePr>
        <p:xfrm>
          <a:off x="838200" y="1825625"/>
          <a:ext cx="10515600" cy="22476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963221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39086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06880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5908507"/>
                    </a:ext>
                  </a:extLst>
                </a:gridCol>
              </a:tblGrid>
              <a:tr h="921449"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KMP</a:t>
                      </a:r>
                    </a:p>
                    <a:p>
                      <a:pPr algn="ctr" latinLnBrk="1"/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패턴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개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트라이 만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아호</a:t>
                      </a:r>
                      <a:r>
                        <a:rPr lang="en-US" altLang="ko-KR" sz="3200" dirty="0"/>
                        <a:t>-</a:t>
                      </a:r>
                      <a:r>
                        <a:rPr lang="ko-KR" altLang="en-US" sz="3200" dirty="0" err="1"/>
                        <a:t>코라식</a:t>
                      </a:r>
                      <a:endParaRPr lang="ko-KR" altLang="en-US" sz="32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826093"/>
                  </a:ext>
                </a:extLst>
              </a:tr>
              <a:tr h="663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err="1"/>
                        <a:t>전처리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O(|P|)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O(</a:t>
                      </a:r>
                      <a:r>
                        <a:rPr lang="ko-KR" altLang="en-US" sz="2800" dirty="0"/>
                        <a:t>총 패턴길이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O(</a:t>
                      </a:r>
                      <a:r>
                        <a:rPr lang="ko-KR" altLang="en-US" sz="2800" dirty="0"/>
                        <a:t>총 패턴길이</a:t>
                      </a:r>
                      <a:r>
                        <a:rPr lang="en-US" altLang="ko-KR" sz="3600" dirty="0"/>
                        <a:t>)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53313"/>
                  </a:ext>
                </a:extLst>
              </a:tr>
              <a:tr h="663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탐색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O(|T|)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O(|</a:t>
                      </a:r>
                      <a:r>
                        <a:rPr lang="en-US" altLang="ko-KR" sz="3200" dirty="0" err="1"/>
                        <a:t>T|xP</a:t>
                      </a:r>
                      <a:r>
                        <a:rPr lang="ko-KR" altLang="en-US" sz="3200" dirty="0"/>
                        <a:t>개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O(</a:t>
                      </a:r>
                      <a:r>
                        <a:rPr lang="en-US" altLang="ko-KR" sz="2800" dirty="0"/>
                        <a:t>|T|+</a:t>
                      </a:r>
                      <a:r>
                        <a:rPr lang="ko-KR" altLang="en-US" sz="2800" dirty="0"/>
                        <a:t>매칭 수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51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1619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DE5A9-B649-9E8E-D178-C300672D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0x06 </a:t>
            </a:r>
            <a:r>
              <a:rPr lang="ko-KR" altLang="en-US" dirty="0"/>
              <a:t>참고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0FE644-EA5F-3CC5-AF4F-CB38A7FC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https://blog.encrypted.gg/1059</a:t>
            </a:r>
            <a:r>
              <a:rPr lang="en-US" altLang="ko-KR" dirty="0"/>
              <a:t> (</a:t>
            </a:r>
            <a:r>
              <a:rPr lang="ko-KR" altLang="en-US" dirty="0"/>
              <a:t>트라이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hlinkClick r:id="rId3"/>
              </a:rPr>
              <a:t>https://gitlab.ponylink.co.kr/ghwan/lgu-spamcop-cpp/-/blob/main/program/fe/kisa_sim/KisaMsgMain.cpp?ref_type=heads</a:t>
            </a:r>
            <a:r>
              <a:rPr lang="en-US" altLang="ko-KR" dirty="0"/>
              <a:t> (</a:t>
            </a:r>
            <a:r>
              <a:rPr lang="ko-KR" altLang="en-US" dirty="0"/>
              <a:t>아호</a:t>
            </a:r>
            <a:r>
              <a:rPr lang="en-US" altLang="ko-KR" dirty="0"/>
              <a:t>-</a:t>
            </a:r>
            <a:r>
              <a:rPr lang="ko-KR" altLang="en-US" dirty="0" err="1"/>
              <a:t>코라식</a:t>
            </a:r>
            <a:r>
              <a:rPr lang="ko-KR" altLang="en-US" dirty="0"/>
              <a:t> 실제 코드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6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3520</Words>
  <Application>Microsoft Office PowerPoint</Application>
  <PresentationFormat>와이드스크린</PresentationFormat>
  <Paragraphs>905</Paragraphs>
  <Slides>90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90</vt:i4>
      </vt:variant>
    </vt:vector>
  </HeadingPairs>
  <TitlesOfParts>
    <vt:vector size="94" baseType="lpstr">
      <vt:lpstr>맑은 고딕</vt:lpstr>
      <vt:lpstr>Arial</vt:lpstr>
      <vt:lpstr>Wingdings</vt:lpstr>
      <vt:lpstr>Office 테마</vt:lpstr>
      <vt:lpstr>Trie, 아호-코라식 알고리즘</vt:lpstr>
      <vt:lpstr>목차</vt:lpstr>
      <vt:lpstr>0x00 트라이 알고리즘 정의와 성질</vt:lpstr>
      <vt:lpstr>0x00 트라이 알고리즘 정의와 성질</vt:lpstr>
      <vt:lpstr>0x00 트라이 알고리즘 정의와 성질</vt:lpstr>
      <vt:lpstr>0x00 트라이 알고리즘 정의와 성질</vt:lpstr>
      <vt:lpstr>0x00 트라이 알고리즘 정의와 성질</vt:lpstr>
      <vt:lpstr>0x00 트라이 알고리즘 정의와 성질</vt:lpstr>
      <vt:lpstr>0x00 트라이 알고리즘 정의와 성질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</vt:lpstr>
      <vt:lpstr>0x01 트라이 알고리즘 기능과 구현 +a</vt:lpstr>
      <vt:lpstr>0x01 트라이 알고리즘 기능과 구현 +a</vt:lpstr>
      <vt:lpstr>0x01 트라이 알고리즘 기능과 구현 +a</vt:lpstr>
      <vt:lpstr>0x01 트라이 알고리즘 기능과 구현 +a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0x02 아호-코라식 알고리즘 등장 배경</vt:lpstr>
      <vt:lpstr>0x03 아호-코라식 알고리즘 실패 링크</vt:lpstr>
      <vt:lpstr>0x03 아호-코라식 알고리즘 실패 링크</vt:lpstr>
      <vt:lpstr>0x03 아호-코라식 알고리즘 실패 링크</vt:lpstr>
      <vt:lpstr>0x03 아호-코라식 알고리즘 실패 링크</vt:lpstr>
      <vt:lpstr>0x03 아호-코라식 알고리즘 실패 링크</vt:lpstr>
      <vt:lpstr>0x03 아호-코라식 알고리즘 실패 링크</vt:lpstr>
      <vt:lpstr>0x03 아호-코라식 알고리즘 실패 링크</vt:lpstr>
      <vt:lpstr>0x04 실제 코드 살펴보기</vt:lpstr>
      <vt:lpstr>0x04 실제 코드 살펴보기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0x04 실제 코드 살펴보기   lgu-spamcop-cpp fe&gt;FindOneACFilter.cpp</vt:lpstr>
      <vt:lpstr>0x05 시간 복잡도 정리</vt:lpstr>
      <vt:lpstr>0x06 참고 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hyangee</dc:creator>
  <cp:lastModifiedBy>필링크 011</cp:lastModifiedBy>
  <cp:revision>154</cp:revision>
  <dcterms:created xsi:type="dcterms:W3CDTF">2026-06-29T01:22:40Z</dcterms:created>
  <dcterms:modified xsi:type="dcterms:W3CDTF">2026-06-30T09:28:42Z</dcterms:modified>
</cp:coreProperties>
</file>